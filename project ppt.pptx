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1" r:id="rId5"/>
    <p:sldId id="260" r:id="rId6"/>
    <p:sldId id="262" r:id="rId7"/>
    <p:sldId id="263" r:id="rId8"/>
    <p:sldId id="264" r:id="rId9"/>
    <p:sldId id="25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801"/>
    <a:srgbClr val="FFCC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864C59-B304-4ECD-A78C-62FC5D435708}" v="290" dt="2026-02-02T00:27:04.3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91" d="100"/>
          <a:sy n="91" d="100"/>
        </p:scale>
        <p:origin x="52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gayatri" userId="84cd2fc65b8f43f1" providerId="LiveId" clId="{BC96744B-7021-4786-88C4-03B69DD153E2}"/>
    <pc:docChg chg="undo custSel addSld delSld modSld sldOrd">
      <pc:chgData name="Sai gayatri" userId="84cd2fc65b8f43f1" providerId="LiveId" clId="{BC96744B-7021-4786-88C4-03B69DD153E2}" dt="2026-02-02T00:27:04.369" v="1863" actId="207"/>
      <pc:docMkLst>
        <pc:docMk/>
      </pc:docMkLst>
      <pc:sldChg chg="addSp delSp modSp mod modTransition addAnim delAnim modAnim">
        <pc:chgData name="Sai gayatri" userId="84cd2fc65b8f43f1" providerId="LiveId" clId="{BC96744B-7021-4786-88C4-03B69DD153E2}" dt="2026-02-02T00:25:06.908" v="1849"/>
        <pc:sldMkLst>
          <pc:docMk/>
          <pc:sldMk cId="128678036" sldId="256"/>
        </pc:sldMkLst>
        <pc:spChg chg="add del mod">
          <ac:chgData name="Sai gayatri" userId="84cd2fc65b8f43f1" providerId="LiveId" clId="{BC96744B-7021-4786-88C4-03B69DD153E2}" dt="2026-02-01T18:25:19.209" v="1597" actId="20577"/>
          <ac:spMkLst>
            <pc:docMk/>
            <pc:sldMk cId="128678036" sldId="256"/>
            <ac:spMk id="2" creationId="{3F28AD02-D276-5C33-E6B6-785299E82748}"/>
          </ac:spMkLst>
        </pc:spChg>
        <pc:spChg chg="add mod">
          <ac:chgData name="Sai gayatri" userId="84cd2fc65b8f43f1" providerId="LiveId" clId="{BC96744B-7021-4786-88C4-03B69DD153E2}" dt="2026-02-01T18:59:22.005" v="1660" actId="1076"/>
          <ac:spMkLst>
            <pc:docMk/>
            <pc:sldMk cId="128678036" sldId="256"/>
            <ac:spMk id="6" creationId="{CBD72BF7-028F-C855-6621-C15EC98C6233}"/>
          </ac:spMkLst>
        </pc:spChg>
        <pc:spChg chg="add mod">
          <ac:chgData name="Sai gayatri" userId="84cd2fc65b8f43f1" providerId="LiveId" clId="{BC96744B-7021-4786-88C4-03B69DD153E2}" dt="2026-02-01T19:01:48.442" v="1674" actId="2711"/>
          <ac:spMkLst>
            <pc:docMk/>
            <pc:sldMk cId="128678036" sldId="256"/>
            <ac:spMk id="8" creationId="{017CF2BF-D05F-6EED-A7A8-5D454A74E1D4}"/>
          </ac:spMkLst>
        </pc:spChg>
        <pc:spChg chg="add mod">
          <ac:chgData name="Sai gayatri" userId="84cd2fc65b8f43f1" providerId="LiveId" clId="{BC96744B-7021-4786-88C4-03B69DD153E2}" dt="2026-02-01T19:17:39.465" v="1723" actId="1076"/>
          <ac:spMkLst>
            <pc:docMk/>
            <pc:sldMk cId="128678036" sldId="256"/>
            <ac:spMk id="9" creationId="{154264CB-4CA6-42FB-F2C0-A0257F473A90}"/>
          </ac:spMkLst>
        </pc:spChg>
        <pc:spChg chg="add mod">
          <ac:chgData name="Sai gayatri" userId="84cd2fc65b8f43f1" providerId="LiveId" clId="{BC96744B-7021-4786-88C4-03B69DD153E2}" dt="2026-02-01T19:17:46.157" v="1725" actId="1076"/>
          <ac:spMkLst>
            <pc:docMk/>
            <pc:sldMk cId="128678036" sldId="256"/>
            <ac:spMk id="12" creationId="{8875AED1-8CE9-F985-91D4-738336A3059B}"/>
          </ac:spMkLst>
        </pc:spChg>
        <pc:spChg chg="add mod">
          <ac:chgData name="Sai gayatri" userId="84cd2fc65b8f43f1" providerId="LiveId" clId="{BC96744B-7021-4786-88C4-03B69DD153E2}" dt="2026-02-01T19:09:45.900" v="1707"/>
          <ac:spMkLst>
            <pc:docMk/>
            <pc:sldMk cId="128678036" sldId="256"/>
            <ac:spMk id="13" creationId="{3DAB4270-7C46-5066-1D4F-A7D8386BF9AD}"/>
          </ac:spMkLst>
        </pc:spChg>
        <pc:spChg chg="mod">
          <ac:chgData name="Sai gayatri" userId="84cd2fc65b8f43f1" providerId="LiveId" clId="{BC96744B-7021-4786-88C4-03B69DD153E2}" dt="2026-02-01T19:14:13.774" v="1714" actId="1076"/>
          <ac:spMkLst>
            <pc:docMk/>
            <pc:sldMk cId="128678036" sldId="256"/>
            <ac:spMk id="16" creationId="{9E085765-3898-31DF-87AD-9FAB7A941CE3}"/>
          </ac:spMkLst>
        </pc:spChg>
        <pc:spChg chg="mod">
          <ac:chgData name="Sai gayatri" userId="84cd2fc65b8f43f1" providerId="LiveId" clId="{BC96744B-7021-4786-88C4-03B69DD153E2}" dt="2026-02-01T18:45:27.489" v="1606" actId="1076"/>
          <ac:spMkLst>
            <pc:docMk/>
            <pc:sldMk cId="128678036" sldId="256"/>
            <ac:spMk id="17" creationId="{9BAD4D1B-EC3B-B33D-32F3-FFDA5A2D0FCE}"/>
          </ac:spMkLst>
        </pc:spChg>
        <pc:spChg chg="mod">
          <ac:chgData name="Sai gayatri" userId="84cd2fc65b8f43f1" providerId="LiveId" clId="{BC96744B-7021-4786-88C4-03B69DD153E2}" dt="2026-02-01T18:45:46.099" v="1609" actId="1076"/>
          <ac:spMkLst>
            <pc:docMk/>
            <pc:sldMk cId="128678036" sldId="256"/>
            <ac:spMk id="18" creationId="{BC104535-892D-6656-5EF0-4E2F80C404BA}"/>
          </ac:spMkLst>
        </pc:spChg>
        <pc:spChg chg="mod">
          <ac:chgData name="Sai gayatri" userId="84cd2fc65b8f43f1" providerId="LiveId" clId="{BC96744B-7021-4786-88C4-03B69DD153E2}" dt="2026-02-01T18:45:43.018" v="1608" actId="1076"/>
          <ac:spMkLst>
            <pc:docMk/>
            <pc:sldMk cId="128678036" sldId="256"/>
            <ac:spMk id="19" creationId="{28ECB9AC-F41B-3DF4-2143-2CD3551FE5AE}"/>
          </ac:spMkLst>
        </pc:spChg>
        <pc:spChg chg="mod">
          <ac:chgData name="Sai gayatri" userId="84cd2fc65b8f43f1" providerId="LiveId" clId="{BC96744B-7021-4786-88C4-03B69DD153E2}" dt="2026-02-01T19:01:12.568" v="1668" actId="1076"/>
          <ac:spMkLst>
            <pc:docMk/>
            <pc:sldMk cId="128678036" sldId="256"/>
            <ac:spMk id="20" creationId="{7E651548-7B6F-6AB4-06C7-94B2B7CD480E}"/>
          </ac:spMkLst>
        </pc:spChg>
        <pc:picChg chg="add del mod">
          <ac:chgData name="Sai gayatri" userId="84cd2fc65b8f43f1" providerId="LiveId" clId="{BC96744B-7021-4786-88C4-03B69DD153E2}" dt="2026-02-01T18:48:29.462" v="1619" actId="21"/>
          <ac:picMkLst>
            <pc:docMk/>
            <pc:sldMk cId="128678036" sldId="256"/>
            <ac:picMk id="4" creationId="{B7A00125-0445-1811-290A-53056343F755}"/>
          </ac:picMkLst>
        </pc:picChg>
        <pc:picChg chg="add mod">
          <ac:chgData name="Sai gayatri" userId="84cd2fc65b8f43f1" providerId="LiveId" clId="{BC96744B-7021-4786-88C4-03B69DD153E2}" dt="2026-02-01T18:59:15.863" v="1659" actId="1076"/>
          <ac:picMkLst>
            <pc:docMk/>
            <pc:sldMk cId="128678036" sldId="256"/>
            <ac:picMk id="5" creationId="{4EF1F22A-B26A-8C03-3FC8-2AFD4883E81C}"/>
          </ac:picMkLst>
        </pc:picChg>
        <pc:picChg chg="add mod">
          <ac:chgData name="Sai gayatri" userId="84cd2fc65b8f43f1" providerId="LiveId" clId="{BC96744B-7021-4786-88C4-03B69DD153E2}" dt="2026-02-01T19:00:51.216" v="1665" actId="1076"/>
          <ac:picMkLst>
            <pc:docMk/>
            <pc:sldMk cId="128678036" sldId="256"/>
            <ac:picMk id="7" creationId="{74867009-9F08-E81D-3799-68242325A476}"/>
          </ac:picMkLst>
        </pc:picChg>
        <pc:picChg chg="add mod modCrop">
          <ac:chgData name="Sai gayatri" userId="84cd2fc65b8f43f1" providerId="LiveId" clId="{BC96744B-7021-4786-88C4-03B69DD153E2}" dt="2026-02-01T19:22:47.331" v="1748" actId="1076"/>
          <ac:picMkLst>
            <pc:docMk/>
            <pc:sldMk cId="128678036" sldId="256"/>
            <ac:picMk id="10" creationId="{15391F0F-E997-35F6-A0E5-A3BD974CE818}"/>
          </ac:picMkLst>
        </pc:picChg>
        <pc:picChg chg="add mod">
          <ac:chgData name="Sai gayatri" userId="84cd2fc65b8f43f1" providerId="LiveId" clId="{BC96744B-7021-4786-88C4-03B69DD153E2}" dt="2026-02-01T19:29:35.006" v="1768" actId="1076"/>
          <ac:picMkLst>
            <pc:docMk/>
            <pc:sldMk cId="128678036" sldId="256"/>
            <ac:picMk id="11" creationId="{6D4F7A9D-E384-90FF-D5E5-A421E6707CAB}"/>
          </ac:picMkLst>
        </pc:picChg>
        <pc:cxnChg chg="add del">
          <ac:chgData name="Sai gayatri" userId="84cd2fc65b8f43f1" providerId="LiveId" clId="{BC96744B-7021-4786-88C4-03B69DD153E2}" dt="2026-02-01T19:14:07.602" v="1713" actId="11529"/>
          <ac:cxnSpMkLst>
            <pc:docMk/>
            <pc:sldMk cId="128678036" sldId="256"/>
            <ac:cxnSpMk id="15" creationId="{8B482530-0CF2-8B8A-512C-B51B5DEDB584}"/>
          </ac:cxnSpMkLst>
        </pc:cxnChg>
        <pc:cxnChg chg="add del mod">
          <ac:chgData name="Sai gayatri" userId="84cd2fc65b8f43f1" providerId="LiveId" clId="{BC96744B-7021-4786-88C4-03B69DD153E2}" dt="2026-02-01T19:21:39.164" v="1743" actId="21"/>
          <ac:cxnSpMkLst>
            <pc:docMk/>
            <pc:sldMk cId="128678036" sldId="256"/>
            <ac:cxnSpMk id="22" creationId="{753F17F0-5145-00A1-4015-62189E2F3461}"/>
          </ac:cxnSpMkLst>
        </pc:cxnChg>
        <pc:cxnChg chg="add del">
          <ac:chgData name="Sai gayatri" userId="84cd2fc65b8f43f1" providerId="LiveId" clId="{BC96744B-7021-4786-88C4-03B69DD153E2}" dt="2026-02-01T19:18:55.013" v="1728" actId="11529"/>
          <ac:cxnSpMkLst>
            <pc:docMk/>
            <pc:sldMk cId="128678036" sldId="256"/>
            <ac:cxnSpMk id="25" creationId="{FEDC78CC-8C99-5C79-BA5C-462D5DC8DEE2}"/>
          </ac:cxnSpMkLst>
        </pc:cxnChg>
        <pc:cxnChg chg="add mod">
          <ac:chgData name="Sai gayatri" userId="84cd2fc65b8f43f1" providerId="LiveId" clId="{BC96744B-7021-4786-88C4-03B69DD153E2}" dt="2026-02-01T19:23:45.674" v="1754" actId="208"/>
          <ac:cxnSpMkLst>
            <pc:docMk/>
            <pc:sldMk cId="128678036" sldId="256"/>
            <ac:cxnSpMk id="27" creationId="{70D92089-E929-A5E2-4D4F-819BBF0C3E85}"/>
          </ac:cxnSpMkLst>
        </pc:cxnChg>
        <pc:cxnChg chg="add mod">
          <ac:chgData name="Sai gayatri" userId="84cd2fc65b8f43f1" providerId="LiveId" clId="{BC96744B-7021-4786-88C4-03B69DD153E2}" dt="2026-02-01T19:23:24.935" v="1751" actId="14100"/>
          <ac:cxnSpMkLst>
            <pc:docMk/>
            <pc:sldMk cId="128678036" sldId="256"/>
            <ac:cxnSpMk id="34" creationId="{3A4E52C2-353C-A5B2-D7CA-ADF432F00202}"/>
          </ac:cxnSpMkLst>
        </pc:cxnChg>
        <pc:cxnChg chg="add mod">
          <ac:chgData name="Sai gayatri" userId="84cd2fc65b8f43f1" providerId="LiveId" clId="{BC96744B-7021-4786-88C4-03B69DD153E2}" dt="2026-02-01T19:29:35.006" v="1768" actId="1076"/>
          <ac:cxnSpMkLst>
            <pc:docMk/>
            <pc:sldMk cId="128678036" sldId="256"/>
            <ac:cxnSpMk id="37" creationId="{5495D21E-6558-39A1-E100-E770857F4FD9}"/>
          </ac:cxnSpMkLst>
        </pc:cxnChg>
        <pc:cxnChg chg="add mod">
          <ac:chgData name="Sai gayatri" userId="84cd2fc65b8f43f1" providerId="LiveId" clId="{BC96744B-7021-4786-88C4-03B69DD153E2}" dt="2026-02-01T19:23:24.935" v="1751" actId="14100"/>
          <ac:cxnSpMkLst>
            <pc:docMk/>
            <pc:sldMk cId="128678036" sldId="256"/>
            <ac:cxnSpMk id="41" creationId="{736539D5-A6BF-E72F-A22E-F40322EC3159}"/>
          </ac:cxnSpMkLst>
        </pc:cxnChg>
      </pc:sldChg>
      <pc:sldChg chg="addSp delSp modSp mod modAnim">
        <pc:chgData name="Sai gayatri" userId="84cd2fc65b8f43f1" providerId="LiveId" clId="{BC96744B-7021-4786-88C4-03B69DD153E2}" dt="2026-02-02T00:13:28.078" v="1848" actId="21"/>
        <pc:sldMkLst>
          <pc:docMk/>
          <pc:sldMk cId="3503342364" sldId="257"/>
        </pc:sldMkLst>
        <pc:spChg chg="mod">
          <ac:chgData name="Sai gayatri" userId="84cd2fc65b8f43f1" providerId="LiveId" clId="{BC96744B-7021-4786-88C4-03B69DD153E2}" dt="2026-02-02T00:09:54.850" v="1819" actId="14100"/>
          <ac:spMkLst>
            <pc:docMk/>
            <pc:sldMk cId="3503342364" sldId="257"/>
            <ac:spMk id="2" creationId="{AE2B204C-D810-A0FD-4EC3-1F740A78019D}"/>
          </ac:spMkLst>
        </pc:spChg>
        <pc:spChg chg="mod">
          <ac:chgData name="Sai gayatri" userId="84cd2fc65b8f43f1" providerId="LiveId" clId="{BC96744B-7021-4786-88C4-03B69DD153E2}" dt="2026-02-02T00:13:04.316" v="1844" actId="1076"/>
          <ac:spMkLst>
            <pc:docMk/>
            <pc:sldMk cId="3503342364" sldId="257"/>
            <ac:spMk id="3" creationId="{0102192B-C67B-58CA-A643-617CB75BF815}"/>
          </ac:spMkLst>
        </pc:spChg>
        <pc:spChg chg="mod">
          <ac:chgData name="Sai gayatri" userId="84cd2fc65b8f43f1" providerId="LiveId" clId="{BC96744B-7021-4786-88C4-03B69DD153E2}" dt="2026-02-02T00:13:04.316" v="1844" actId="1076"/>
          <ac:spMkLst>
            <pc:docMk/>
            <pc:sldMk cId="3503342364" sldId="257"/>
            <ac:spMk id="4" creationId="{FC6CD675-87A6-BCE8-E079-2CDA44DB7650}"/>
          </ac:spMkLst>
        </pc:spChg>
        <pc:spChg chg="mod">
          <ac:chgData name="Sai gayatri" userId="84cd2fc65b8f43f1" providerId="LiveId" clId="{BC96744B-7021-4786-88C4-03B69DD153E2}" dt="2026-02-02T00:13:04.316" v="1844" actId="1076"/>
          <ac:spMkLst>
            <pc:docMk/>
            <pc:sldMk cId="3503342364" sldId="257"/>
            <ac:spMk id="5" creationId="{B1F3E6F0-3C84-6F0C-26FC-39C29368018D}"/>
          </ac:spMkLst>
        </pc:spChg>
        <pc:spChg chg="mod">
          <ac:chgData name="Sai gayatri" userId="84cd2fc65b8f43f1" providerId="LiveId" clId="{BC96744B-7021-4786-88C4-03B69DD153E2}" dt="2026-02-02T00:13:04.316" v="1844" actId="1076"/>
          <ac:spMkLst>
            <pc:docMk/>
            <pc:sldMk cId="3503342364" sldId="257"/>
            <ac:spMk id="6" creationId="{F5DE1907-B5E2-6E09-BA6D-0BB148AFED0B}"/>
          </ac:spMkLst>
        </pc:spChg>
        <pc:spChg chg="mod">
          <ac:chgData name="Sai gayatri" userId="84cd2fc65b8f43f1" providerId="LiveId" clId="{BC96744B-7021-4786-88C4-03B69DD153E2}" dt="2026-02-02T00:13:04.316" v="1844" actId="1076"/>
          <ac:spMkLst>
            <pc:docMk/>
            <pc:sldMk cId="3503342364" sldId="257"/>
            <ac:spMk id="7" creationId="{C0E72E92-0006-4764-6BCE-7CAB5A9784D7}"/>
          </ac:spMkLst>
        </pc:spChg>
        <pc:spChg chg="mod">
          <ac:chgData name="Sai gayatri" userId="84cd2fc65b8f43f1" providerId="LiveId" clId="{BC96744B-7021-4786-88C4-03B69DD153E2}" dt="2026-02-02T00:13:04.316" v="1844" actId="1076"/>
          <ac:spMkLst>
            <pc:docMk/>
            <pc:sldMk cId="3503342364" sldId="257"/>
            <ac:spMk id="8" creationId="{5F7DBFB1-1989-E14F-7973-CD961BF99A22}"/>
          </ac:spMkLst>
        </pc:spChg>
        <pc:spChg chg="mod">
          <ac:chgData name="Sai gayatri" userId="84cd2fc65b8f43f1" providerId="LiveId" clId="{BC96744B-7021-4786-88C4-03B69DD153E2}" dt="2026-02-02T00:13:04.316" v="1844" actId="1076"/>
          <ac:spMkLst>
            <pc:docMk/>
            <pc:sldMk cId="3503342364" sldId="257"/>
            <ac:spMk id="9" creationId="{7F73FCBD-9E66-8319-B96A-B85567FE6185}"/>
          </ac:spMkLst>
        </pc:spChg>
        <pc:spChg chg="mod">
          <ac:chgData name="Sai gayatri" userId="84cd2fc65b8f43f1" providerId="LiveId" clId="{BC96744B-7021-4786-88C4-03B69DD153E2}" dt="2026-02-02T00:13:04.316" v="1844" actId="1076"/>
          <ac:spMkLst>
            <pc:docMk/>
            <pc:sldMk cId="3503342364" sldId="257"/>
            <ac:spMk id="11" creationId="{909D49BE-1629-D0B4-04D1-F10A6029DFA8}"/>
          </ac:spMkLst>
        </pc:spChg>
        <pc:spChg chg="mod">
          <ac:chgData name="Sai gayatri" userId="84cd2fc65b8f43f1" providerId="LiveId" clId="{BC96744B-7021-4786-88C4-03B69DD153E2}" dt="2026-02-02T00:13:04.316" v="1844" actId="1076"/>
          <ac:spMkLst>
            <pc:docMk/>
            <pc:sldMk cId="3503342364" sldId="257"/>
            <ac:spMk id="12" creationId="{D5699116-377B-65AB-2B27-32A85F3CE259}"/>
          </ac:spMkLst>
        </pc:spChg>
        <pc:spChg chg="mod">
          <ac:chgData name="Sai gayatri" userId="84cd2fc65b8f43f1" providerId="LiveId" clId="{BC96744B-7021-4786-88C4-03B69DD153E2}" dt="2026-02-02T00:13:04.316" v="1844" actId="1076"/>
          <ac:spMkLst>
            <pc:docMk/>
            <pc:sldMk cId="3503342364" sldId="257"/>
            <ac:spMk id="13" creationId="{9F6847FA-C135-B884-F58D-7690ADDB3803}"/>
          </ac:spMkLst>
        </pc:spChg>
        <pc:spChg chg="mod">
          <ac:chgData name="Sai gayatri" userId="84cd2fc65b8f43f1" providerId="LiveId" clId="{BC96744B-7021-4786-88C4-03B69DD153E2}" dt="2026-02-02T00:13:12.537" v="1845" actId="1076"/>
          <ac:spMkLst>
            <pc:docMk/>
            <pc:sldMk cId="3503342364" sldId="257"/>
            <ac:spMk id="15" creationId="{EC5E83B6-49E6-94FA-087B-152A9BBF9FA3}"/>
          </ac:spMkLst>
        </pc:spChg>
        <pc:spChg chg="add mod">
          <ac:chgData name="Sai gayatri" userId="84cd2fc65b8f43f1" providerId="LiveId" clId="{BC96744B-7021-4786-88C4-03B69DD153E2}" dt="2026-02-01T12:54:20.039" v="322" actId="20577"/>
          <ac:spMkLst>
            <pc:docMk/>
            <pc:sldMk cId="3503342364" sldId="257"/>
            <ac:spMk id="16" creationId="{57DCB9DA-C975-9FA0-CEAA-0F80246744B8}"/>
          </ac:spMkLst>
        </pc:spChg>
        <pc:spChg chg="add mod">
          <ac:chgData name="Sai gayatri" userId="84cd2fc65b8f43f1" providerId="LiveId" clId="{BC96744B-7021-4786-88C4-03B69DD153E2}" dt="2026-02-01T12:43:17.400" v="268" actId="1076"/>
          <ac:spMkLst>
            <pc:docMk/>
            <pc:sldMk cId="3503342364" sldId="257"/>
            <ac:spMk id="17" creationId="{4D7E7FC5-940C-50B3-C90B-2494C7B01618}"/>
          </ac:spMkLst>
        </pc:spChg>
        <pc:picChg chg="add del mod">
          <ac:chgData name="Sai gayatri" userId="84cd2fc65b8f43f1" providerId="LiveId" clId="{BC96744B-7021-4786-88C4-03B69DD153E2}" dt="2026-02-02T00:04:28.546" v="1791" actId="21"/>
          <ac:picMkLst>
            <pc:docMk/>
            <pc:sldMk cId="3503342364" sldId="257"/>
            <ac:picMk id="18" creationId="{E61AC29B-C681-A2C9-3963-B114369B31BA}"/>
          </ac:picMkLst>
        </pc:picChg>
        <pc:picChg chg="add mod">
          <ac:chgData name="Sai gayatri" userId="84cd2fc65b8f43f1" providerId="LiveId" clId="{BC96744B-7021-4786-88C4-03B69DD153E2}" dt="2026-02-02T00:09:14.453" v="1816" actId="14100"/>
          <ac:picMkLst>
            <pc:docMk/>
            <pc:sldMk cId="3503342364" sldId="257"/>
            <ac:picMk id="19" creationId="{A8CA3EDC-1BFB-9DE6-0891-35B2673E493C}"/>
          </ac:picMkLst>
        </pc:picChg>
        <pc:picChg chg="add mod">
          <ac:chgData name="Sai gayatri" userId="84cd2fc65b8f43f1" providerId="LiveId" clId="{BC96744B-7021-4786-88C4-03B69DD153E2}" dt="2026-02-02T00:08:39.670" v="1811" actId="14100"/>
          <ac:picMkLst>
            <pc:docMk/>
            <pc:sldMk cId="3503342364" sldId="257"/>
            <ac:picMk id="20" creationId="{3B234775-6727-4A3D-B56A-AF7AEAD0D780}"/>
          </ac:picMkLst>
        </pc:picChg>
        <pc:picChg chg="add mod">
          <ac:chgData name="Sai gayatri" userId="84cd2fc65b8f43f1" providerId="LiveId" clId="{BC96744B-7021-4786-88C4-03B69DD153E2}" dt="2026-02-02T00:08:27.196" v="1809" actId="1076"/>
          <ac:picMkLst>
            <pc:docMk/>
            <pc:sldMk cId="3503342364" sldId="257"/>
            <ac:picMk id="21" creationId="{58194BAF-E8A6-8F01-FE2E-9A195369043D}"/>
          </ac:picMkLst>
        </pc:picChg>
        <pc:picChg chg="add mod">
          <ac:chgData name="Sai gayatri" userId="84cd2fc65b8f43f1" providerId="LiveId" clId="{BC96744B-7021-4786-88C4-03B69DD153E2}" dt="2026-02-02T00:08:08.770" v="1806" actId="1076"/>
          <ac:picMkLst>
            <pc:docMk/>
            <pc:sldMk cId="3503342364" sldId="257"/>
            <ac:picMk id="22" creationId="{B3EA91A9-DEB6-190B-439C-C3D8C1F38E2F}"/>
          </ac:picMkLst>
        </pc:picChg>
        <pc:picChg chg="add mod">
          <ac:chgData name="Sai gayatri" userId="84cd2fc65b8f43f1" providerId="LiveId" clId="{BC96744B-7021-4786-88C4-03B69DD153E2}" dt="2026-02-02T00:08:03.163" v="1805" actId="1076"/>
          <ac:picMkLst>
            <pc:docMk/>
            <pc:sldMk cId="3503342364" sldId="257"/>
            <ac:picMk id="23" creationId="{77EF1DC2-B6C7-4E8C-64C4-A3DAEF58595C}"/>
          </ac:picMkLst>
        </pc:picChg>
        <pc:picChg chg="add del mod">
          <ac:chgData name="Sai gayatri" userId="84cd2fc65b8f43f1" providerId="LiveId" clId="{BC96744B-7021-4786-88C4-03B69DD153E2}" dt="2026-02-02T00:04:31.024" v="1792" actId="21"/>
          <ac:picMkLst>
            <pc:docMk/>
            <pc:sldMk cId="3503342364" sldId="257"/>
            <ac:picMk id="24" creationId="{FFAE0ABF-9F39-8CA2-0970-A3F726C1FDDF}"/>
          </ac:picMkLst>
        </pc:picChg>
        <pc:picChg chg="add del mod">
          <ac:chgData name="Sai gayatri" userId="84cd2fc65b8f43f1" providerId="LiveId" clId="{BC96744B-7021-4786-88C4-03B69DD153E2}" dt="2026-02-02T00:05:47.781" v="1797" actId="21"/>
          <ac:picMkLst>
            <pc:docMk/>
            <pc:sldMk cId="3503342364" sldId="257"/>
            <ac:picMk id="26" creationId="{A064C8BD-B76D-3CC6-DAA5-D55188BEEC3F}"/>
          </ac:picMkLst>
        </pc:picChg>
        <pc:picChg chg="add del mod">
          <ac:chgData name="Sai gayatri" userId="84cd2fc65b8f43f1" providerId="LiveId" clId="{BC96744B-7021-4786-88C4-03B69DD153E2}" dt="2026-02-02T00:07:44.456" v="1803" actId="21"/>
          <ac:picMkLst>
            <pc:docMk/>
            <pc:sldMk cId="3503342364" sldId="257"/>
            <ac:picMk id="27" creationId="{40A5BEA2-6CA9-ABF5-25F3-42E4CF52332C}"/>
          </ac:picMkLst>
        </pc:picChg>
        <pc:picChg chg="add del mod">
          <ac:chgData name="Sai gayatri" userId="84cd2fc65b8f43f1" providerId="LiveId" clId="{BC96744B-7021-4786-88C4-03B69DD153E2}" dt="2026-02-02T00:11:17.802" v="1829" actId="21"/>
          <ac:picMkLst>
            <pc:docMk/>
            <pc:sldMk cId="3503342364" sldId="257"/>
            <ac:picMk id="29" creationId="{D114871A-3787-6652-3028-7B44A49599ED}"/>
          </ac:picMkLst>
        </pc:picChg>
        <pc:picChg chg="add mod">
          <ac:chgData name="Sai gayatri" userId="84cd2fc65b8f43f1" providerId="LiveId" clId="{BC96744B-7021-4786-88C4-03B69DD153E2}" dt="2026-02-02T00:13:22.942" v="1847" actId="1076"/>
          <ac:picMkLst>
            <pc:docMk/>
            <pc:sldMk cId="3503342364" sldId="257"/>
            <ac:picMk id="31" creationId="{8EB88D39-E5FB-568F-28F3-F5A516F0EA88}"/>
          </ac:picMkLst>
        </pc:picChg>
        <pc:picChg chg="add del mod">
          <ac:chgData name="Sai gayatri" userId="84cd2fc65b8f43f1" providerId="LiveId" clId="{BC96744B-7021-4786-88C4-03B69DD153E2}" dt="2026-02-02T00:11:27.533" v="1831" actId="21"/>
          <ac:picMkLst>
            <pc:docMk/>
            <pc:sldMk cId="3503342364" sldId="257"/>
            <ac:picMk id="32" creationId="{D114871A-3787-6652-3028-7B44A49599ED}"/>
          </ac:picMkLst>
        </pc:picChg>
        <pc:picChg chg="add del mod">
          <ac:chgData name="Sai gayatri" userId="84cd2fc65b8f43f1" providerId="LiveId" clId="{BC96744B-7021-4786-88C4-03B69DD153E2}" dt="2026-02-02T00:13:28.078" v="1848" actId="21"/>
          <ac:picMkLst>
            <pc:docMk/>
            <pc:sldMk cId="3503342364" sldId="257"/>
            <ac:picMk id="33" creationId="{D114871A-3787-6652-3028-7B44A49599ED}"/>
          </ac:picMkLst>
        </pc:picChg>
        <pc:picChg chg="add mod">
          <ac:chgData name="Sai gayatri" userId="84cd2fc65b8f43f1" providerId="LiveId" clId="{BC96744B-7021-4786-88C4-03B69DD153E2}" dt="2026-02-02T00:13:17.937" v="1846" actId="1076"/>
          <ac:picMkLst>
            <pc:docMk/>
            <pc:sldMk cId="3503342364" sldId="257"/>
            <ac:picMk id="35" creationId="{99E2F14E-A16B-388F-56C7-629ECBEEF313}"/>
          </ac:picMkLst>
        </pc:picChg>
      </pc:sldChg>
      <pc:sldChg chg="addSp delSp modSp new mod modTransition modAnim">
        <pc:chgData name="Sai gayatri" userId="84cd2fc65b8f43f1" providerId="LiveId" clId="{BC96744B-7021-4786-88C4-03B69DD153E2}" dt="2026-02-02T00:27:04.369" v="1863" actId="207"/>
        <pc:sldMkLst>
          <pc:docMk/>
          <pc:sldMk cId="3319179532" sldId="258"/>
        </pc:sldMkLst>
        <pc:spChg chg="add del mod">
          <ac:chgData name="Sai gayatri" userId="84cd2fc65b8f43f1" providerId="LiveId" clId="{BC96744B-7021-4786-88C4-03B69DD153E2}" dt="2026-02-01T13:11:16.013" v="401" actId="21"/>
          <ac:spMkLst>
            <pc:docMk/>
            <pc:sldMk cId="3319179532" sldId="258"/>
            <ac:spMk id="2" creationId="{7F2CBD50-4AA8-4E24-6977-29DC06A2F233}"/>
          </ac:spMkLst>
        </pc:spChg>
        <pc:spChg chg="add del mod">
          <ac:chgData name="Sai gayatri" userId="84cd2fc65b8f43f1" providerId="LiveId" clId="{BC96744B-7021-4786-88C4-03B69DD153E2}" dt="2026-02-01T13:11:10.868" v="400" actId="20577"/>
          <ac:spMkLst>
            <pc:docMk/>
            <pc:sldMk cId="3319179532" sldId="258"/>
            <ac:spMk id="3" creationId="{07345B47-8271-670B-E6B2-9EC72BCF064C}"/>
          </ac:spMkLst>
        </pc:spChg>
        <pc:spChg chg="mod">
          <ac:chgData name="Sai gayatri" userId="84cd2fc65b8f43f1" providerId="LiveId" clId="{BC96744B-7021-4786-88C4-03B69DD153E2}" dt="2026-02-01T13:07:38.832" v="385" actId="18245"/>
          <ac:spMkLst>
            <pc:docMk/>
            <pc:sldMk cId="3319179532" sldId="258"/>
            <ac:spMk id="7" creationId="{1923791F-77BB-285B-9D9E-8C5D5C4985AA}"/>
          </ac:spMkLst>
        </pc:spChg>
        <pc:spChg chg="mod">
          <ac:chgData name="Sai gayatri" userId="84cd2fc65b8f43f1" providerId="LiveId" clId="{BC96744B-7021-4786-88C4-03B69DD153E2}" dt="2026-02-01T13:07:38.832" v="385" actId="18245"/>
          <ac:spMkLst>
            <pc:docMk/>
            <pc:sldMk cId="3319179532" sldId="258"/>
            <ac:spMk id="8" creationId="{47F7A70E-0F8C-81CD-AE86-55E764D27C3C}"/>
          </ac:spMkLst>
        </pc:spChg>
        <pc:spChg chg="mod">
          <ac:chgData name="Sai gayatri" userId="84cd2fc65b8f43f1" providerId="LiveId" clId="{BC96744B-7021-4786-88C4-03B69DD153E2}" dt="2026-02-01T13:07:38.832" v="385" actId="18245"/>
          <ac:spMkLst>
            <pc:docMk/>
            <pc:sldMk cId="3319179532" sldId="258"/>
            <ac:spMk id="9" creationId="{64274976-F0C0-27A0-3AF4-9DDB47CA3364}"/>
          </ac:spMkLst>
        </pc:spChg>
        <pc:spChg chg="mod">
          <ac:chgData name="Sai gayatri" userId="84cd2fc65b8f43f1" providerId="LiveId" clId="{BC96744B-7021-4786-88C4-03B69DD153E2}" dt="2026-02-01T13:07:38.832" v="385" actId="18245"/>
          <ac:spMkLst>
            <pc:docMk/>
            <pc:sldMk cId="3319179532" sldId="258"/>
            <ac:spMk id="10" creationId="{C34AA83D-6239-E87F-E827-C210C2724C56}"/>
          </ac:spMkLst>
        </pc:spChg>
        <pc:spChg chg="mod">
          <ac:chgData name="Sai gayatri" userId="84cd2fc65b8f43f1" providerId="LiveId" clId="{BC96744B-7021-4786-88C4-03B69DD153E2}" dt="2026-02-01T13:07:38.832" v="385" actId="18245"/>
          <ac:spMkLst>
            <pc:docMk/>
            <pc:sldMk cId="3319179532" sldId="258"/>
            <ac:spMk id="11" creationId="{7CBCE06B-0627-FFD9-46B7-D52257B619CA}"/>
          </ac:spMkLst>
        </pc:spChg>
        <pc:spChg chg="mod">
          <ac:chgData name="Sai gayatri" userId="84cd2fc65b8f43f1" providerId="LiveId" clId="{BC96744B-7021-4786-88C4-03B69DD153E2}" dt="2026-02-01T13:07:36.269" v="379" actId="20577"/>
          <ac:spMkLst>
            <pc:docMk/>
            <pc:sldMk cId="3319179532" sldId="258"/>
            <ac:spMk id="12" creationId="{1990A872-921C-85C4-C2BF-2F2D2F75E16B}"/>
          </ac:spMkLst>
        </pc:spChg>
        <pc:spChg chg="add del mod">
          <ac:chgData name="Sai gayatri" userId="84cd2fc65b8f43f1" providerId="LiveId" clId="{BC96744B-7021-4786-88C4-03B69DD153E2}" dt="2026-02-01T13:07:33.979" v="372" actId="11529"/>
          <ac:spMkLst>
            <pc:docMk/>
            <pc:sldMk cId="3319179532" sldId="258"/>
            <ac:spMk id="13" creationId="{052BA70B-84D1-BA39-4FCA-8F03D80F80C1}"/>
          </ac:spMkLst>
        </pc:spChg>
        <pc:spChg chg="mod">
          <ac:chgData name="Sai gayatri" userId="84cd2fc65b8f43f1" providerId="LiveId" clId="{BC96744B-7021-4786-88C4-03B69DD153E2}" dt="2026-02-01T13:11:10.762" v="397" actId="18245"/>
          <ac:spMkLst>
            <pc:docMk/>
            <pc:sldMk cId="3319179532" sldId="258"/>
            <ac:spMk id="16" creationId="{031A3336-C2CC-DAD3-9A80-593C36FEBA5A}"/>
          </ac:spMkLst>
        </pc:spChg>
        <pc:spChg chg="mod">
          <ac:chgData name="Sai gayatri" userId="84cd2fc65b8f43f1" providerId="LiveId" clId="{BC96744B-7021-4786-88C4-03B69DD153E2}" dt="2026-02-01T13:11:10.762" v="397" actId="18245"/>
          <ac:spMkLst>
            <pc:docMk/>
            <pc:sldMk cId="3319179532" sldId="258"/>
            <ac:spMk id="17" creationId="{73C19FE7-12A6-566E-90D5-70164780A486}"/>
          </ac:spMkLst>
        </pc:spChg>
        <pc:spChg chg="mod">
          <ac:chgData name="Sai gayatri" userId="84cd2fc65b8f43f1" providerId="LiveId" clId="{BC96744B-7021-4786-88C4-03B69DD153E2}" dt="2026-02-01T13:11:10.762" v="397" actId="18245"/>
          <ac:spMkLst>
            <pc:docMk/>
            <pc:sldMk cId="3319179532" sldId="258"/>
            <ac:spMk id="18" creationId="{6FA05899-22B9-B1FE-D524-B5823492F297}"/>
          </ac:spMkLst>
        </pc:spChg>
        <pc:spChg chg="mod">
          <ac:chgData name="Sai gayatri" userId="84cd2fc65b8f43f1" providerId="LiveId" clId="{BC96744B-7021-4786-88C4-03B69DD153E2}" dt="2026-02-01T13:11:10.762" v="397" actId="18245"/>
          <ac:spMkLst>
            <pc:docMk/>
            <pc:sldMk cId="3319179532" sldId="258"/>
            <ac:spMk id="19" creationId="{4E38BFE7-DEE1-B6A9-EA1A-793A695E2E29}"/>
          </ac:spMkLst>
        </pc:spChg>
        <pc:spChg chg="mod">
          <ac:chgData name="Sai gayatri" userId="84cd2fc65b8f43f1" providerId="LiveId" clId="{BC96744B-7021-4786-88C4-03B69DD153E2}" dt="2026-02-01T13:11:10.762" v="397" actId="18245"/>
          <ac:spMkLst>
            <pc:docMk/>
            <pc:sldMk cId="3319179532" sldId="258"/>
            <ac:spMk id="20" creationId="{E6B0DE0F-EAA7-611E-9DC4-727480567CAA}"/>
          </ac:spMkLst>
        </pc:spChg>
        <pc:spChg chg="mod">
          <ac:chgData name="Sai gayatri" userId="84cd2fc65b8f43f1" providerId="LiveId" clId="{BC96744B-7021-4786-88C4-03B69DD153E2}" dt="2026-02-01T13:08:56.600" v="388" actId="18245"/>
          <ac:spMkLst>
            <pc:docMk/>
            <pc:sldMk cId="3319179532" sldId="258"/>
            <ac:spMk id="21" creationId="{DEFF17AF-B7B6-F874-AF8C-165AB30C93DF}"/>
          </ac:spMkLst>
        </pc:spChg>
        <pc:spChg chg="add del">
          <ac:chgData name="Sai gayatri" userId="84cd2fc65b8f43f1" providerId="LiveId" clId="{BC96744B-7021-4786-88C4-03B69DD153E2}" dt="2026-02-01T13:09:39.098" v="393" actId="11529"/>
          <ac:spMkLst>
            <pc:docMk/>
            <pc:sldMk cId="3319179532" sldId="258"/>
            <ac:spMk id="22" creationId="{A28BDE85-1AE7-5F71-383F-F77AC106F0C9}"/>
          </ac:spMkLst>
        </pc:spChg>
        <pc:spChg chg="add del">
          <ac:chgData name="Sai gayatri" userId="84cd2fc65b8f43f1" providerId="LiveId" clId="{BC96744B-7021-4786-88C4-03B69DD153E2}" dt="2026-02-01T13:10:24.274" v="395" actId="11529"/>
          <ac:spMkLst>
            <pc:docMk/>
            <pc:sldMk cId="3319179532" sldId="258"/>
            <ac:spMk id="23" creationId="{DF1D2FF7-D277-6923-1001-D21B3D83F1A1}"/>
          </ac:spMkLst>
        </pc:spChg>
        <pc:spChg chg="add del mod">
          <ac:chgData name="Sai gayatri" userId="84cd2fc65b8f43f1" providerId="LiveId" clId="{BC96744B-7021-4786-88C4-03B69DD153E2}" dt="2026-02-01T13:20:38.878" v="473" actId="12084"/>
          <ac:spMkLst>
            <pc:docMk/>
            <pc:sldMk cId="3319179532" sldId="258"/>
            <ac:spMk id="24" creationId="{8F20726E-C5A4-3C08-129F-83FE9C638E22}"/>
          </ac:spMkLst>
        </pc:spChg>
        <pc:spChg chg="mod">
          <ac:chgData name="Sai gayatri" userId="84cd2fc65b8f43f1" providerId="LiveId" clId="{BC96744B-7021-4786-88C4-03B69DD153E2}" dt="2026-02-01T13:13:32.545" v="423" actId="18245"/>
          <ac:spMkLst>
            <pc:docMk/>
            <pc:sldMk cId="3319179532" sldId="258"/>
            <ac:spMk id="27" creationId="{6EB92AEB-033D-499E-AC2D-8F7DE2E5893D}"/>
          </ac:spMkLst>
        </pc:spChg>
        <pc:spChg chg="mod">
          <ac:chgData name="Sai gayatri" userId="84cd2fc65b8f43f1" providerId="LiveId" clId="{BC96744B-7021-4786-88C4-03B69DD153E2}" dt="2026-02-01T13:13:32.545" v="423" actId="18245"/>
          <ac:spMkLst>
            <pc:docMk/>
            <pc:sldMk cId="3319179532" sldId="258"/>
            <ac:spMk id="28" creationId="{22ADF2F7-E559-D1AC-E03E-913D10BE11CE}"/>
          </ac:spMkLst>
        </pc:spChg>
        <pc:spChg chg="mod">
          <ac:chgData name="Sai gayatri" userId="84cd2fc65b8f43f1" providerId="LiveId" clId="{BC96744B-7021-4786-88C4-03B69DD153E2}" dt="2026-02-01T13:13:32.545" v="423" actId="18245"/>
          <ac:spMkLst>
            <pc:docMk/>
            <pc:sldMk cId="3319179532" sldId="258"/>
            <ac:spMk id="29" creationId="{9E1721BD-05D8-4671-1DD0-888731753D93}"/>
          </ac:spMkLst>
        </pc:spChg>
        <pc:spChg chg="mod">
          <ac:chgData name="Sai gayatri" userId="84cd2fc65b8f43f1" providerId="LiveId" clId="{BC96744B-7021-4786-88C4-03B69DD153E2}" dt="2026-02-01T13:13:32.545" v="423" actId="18245"/>
          <ac:spMkLst>
            <pc:docMk/>
            <pc:sldMk cId="3319179532" sldId="258"/>
            <ac:spMk id="30" creationId="{4629DD7E-2FCE-CA8B-B800-3B0790F1FC48}"/>
          </ac:spMkLst>
        </pc:spChg>
        <pc:spChg chg="mod">
          <ac:chgData name="Sai gayatri" userId="84cd2fc65b8f43f1" providerId="LiveId" clId="{BC96744B-7021-4786-88C4-03B69DD153E2}" dt="2026-02-01T13:13:32.545" v="423" actId="18245"/>
          <ac:spMkLst>
            <pc:docMk/>
            <pc:sldMk cId="3319179532" sldId="258"/>
            <ac:spMk id="31" creationId="{619664B1-A6EA-E1CC-D2FD-85CF14A8A1A3}"/>
          </ac:spMkLst>
        </pc:spChg>
        <pc:spChg chg="mod">
          <ac:chgData name="Sai gayatri" userId="84cd2fc65b8f43f1" providerId="LiveId" clId="{BC96744B-7021-4786-88C4-03B69DD153E2}" dt="2026-02-01T13:11:55.857" v="416" actId="18245"/>
          <ac:spMkLst>
            <pc:docMk/>
            <pc:sldMk cId="3319179532" sldId="258"/>
            <ac:spMk id="32" creationId="{18907567-9C33-B59D-9E65-3FF5EA846C2C}"/>
          </ac:spMkLst>
        </pc:spChg>
        <pc:spChg chg="add del">
          <ac:chgData name="Sai gayatri" userId="84cd2fc65b8f43f1" providerId="LiveId" clId="{BC96744B-7021-4786-88C4-03B69DD153E2}" dt="2026-02-01T13:13:31.144" v="420" actId="11529"/>
          <ac:spMkLst>
            <pc:docMk/>
            <pc:sldMk cId="3319179532" sldId="258"/>
            <ac:spMk id="33" creationId="{DACEAA81-B82B-FC70-F2D7-9F8C83102766}"/>
          </ac:spMkLst>
        </pc:spChg>
        <pc:spChg chg="mod">
          <ac:chgData name="Sai gayatri" userId="84cd2fc65b8f43f1" providerId="LiveId" clId="{BC96744B-7021-4786-88C4-03B69DD153E2}" dt="2026-02-01T13:14:50.739" v="429" actId="18245"/>
          <ac:spMkLst>
            <pc:docMk/>
            <pc:sldMk cId="3319179532" sldId="258"/>
            <ac:spMk id="36" creationId="{D0C8B1DD-AA39-640A-EA46-52A16DFB34A7}"/>
          </ac:spMkLst>
        </pc:spChg>
        <pc:spChg chg="mod">
          <ac:chgData name="Sai gayatri" userId="84cd2fc65b8f43f1" providerId="LiveId" clId="{BC96744B-7021-4786-88C4-03B69DD153E2}" dt="2026-02-01T13:14:50.739" v="429" actId="18245"/>
          <ac:spMkLst>
            <pc:docMk/>
            <pc:sldMk cId="3319179532" sldId="258"/>
            <ac:spMk id="37" creationId="{1FEB96A1-A09F-FAA9-BBC9-22CB7B41D7CD}"/>
          </ac:spMkLst>
        </pc:spChg>
        <pc:spChg chg="mod">
          <ac:chgData name="Sai gayatri" userId="84cd2fc65b8f43f1" providerId="LiveId" clId="{BC96744B-7021-4786-88C4-03B69DD153E2}" dt="2026-02-01T13:14:50.739" v="429" actId="18245"/>
          <ac:spMkLst>
            <pc:docMk/>
            <pc:sldMk cId="3319179532" sldId="258"/>
            <ac:spMk id="38" creationId="{8A3277E6-AE6E-7120-6854-DC7A47EBF63D}"/>
          </ac:spMkLst>
        </pc:spChg>
        <pc:spChg chg="mod">
          <ac:chgData name="Sai gayatri" userId="84cd2fc65b8f43f1" providerId="LiveId" clId="{BC96744B-7021-4786-88C4-03B69DD153E2}" dt="2026-02-01T13:14:50.739" v="429" actId="18245"/>
          <ac:spMkLst>
            <pc:docMk/>
            <pc:sldMk cId="3319179532" sldId="258"/>
            <ac:spMk id="39" creationId="{BEE86328-E556-4615-4FA7-985AB4D075C3}"/>
          </ac:spMkLst>
        </pc:spChg>
        <pc:spChg chg="mod">
          <ac:chgData name="Sai gayatri" userId="84cd2fc65b8f43f1" providerId="LiveId" clId="{BC96744B-7021-4786-88C4-03B69DD153E2}" dt="2026-02-01T13:14:50.739" v="429" actId="18245"/>
          <ac:spMkLst>
            <pc:docMk/>
            <pc:sldMk cId="3319179532" sldId="258"/>
            <ac:spMk id="40" creationId="{4DDC58E8-EBD7-0107-648A-3824425AB29C}"/>
          </ac:spMkLst>
        </pc:spChg>
        <pc:spChg chg="mod">
          <ac:chgData name="Sai gayatri" userId="84cd2fc65b8f43f1" providerId="LiveId" clId="{BC96744B-7021-4786-88C4-03B69DD153E2}" dt="2026-02-01T13:14:34.750" v="426" actId="18245"/>
          <ac:spMkLst>
            <pc:docMk/>
            <pc:sldMk cId="3319179532" sldId="258"/>
            <ac:spMk id="41" creationId="{5ACD95E3-40C1-E730-29B8-F879642C78A7}"/>
          </ac:spMkLst>
        </pc:spChg>
        <pc:spChg chg="mod">
          <ac:chgData name="Sai gayatri" userId="84cd2fc65b8f43f1" providerId="LiveId" clId="{BC96744B-7021-4786-88C4-03B69DD153E2}" dt="2026-02-01T13:20:16.143" v="463" actId="18245"/>
          <ac:spMkLst>
            <pc:docMk/>
            <pc:sldMk cId="3319179532" sldId="258"/>
            <ac:spMk id="44" creationId="{A25679E8-F9CD-EB58-4FF4-25F57C82069C}"/>
          </ac:spMkLst>
        </pc:spChg>
        <pc:spChg chg="mod">
          <ac:chgData name="Sai gayatri" userId="84cd2fc65b8f43f1" providerId="LiveId" clId="{BC96744B-7021-4786-88C4-03B69DD153E2}" dt="2026-02-01T13:20:16.143" v="463" actId="18245"/>
          <ac:spMkLst>
            <pc:docMk/>
            <pc:sldMk cId="3319179532" sldId="258"/>
            <ac:spMk id="45" creationId="{35D1282F-8D96-0938-B5E6-0B687F0247AB}"/>
          </ac:spMkLst>
        </pc:spChg>
        <pc:spChg chg="mod">
          <ac:chgData name="Sai gayatri" userId="84cd2fc65b8f43f1" providerId="LiveId" clId="{BC96744B-7021-4786-88C4-03B69DD153E2}" dt="2026-02-01T13:20:16.143" v="463" actId="18245"/>
          <ac:spMkLst>
            <pc:docMk/>
            <pc:sldMk cId="3319179532" sldId="258"/>
            <ac:spMk id="46" creationId="{44BD00B7-8E11-3ADB-4EB6-DF20DAADBB6D}"/>
          </ac:spMkLst>
        </pc:spChg>
        <pc:spChg chg="mod">
          <ac:chgData name="Sai gayatri" userId="84cd2fc65b8f43f1" providerId="LiveId" clId="{BC96744B-7021-4786-88C4-03B69DD153E2}" dt="2026-02-01T13:20:16.143" v="463" actId="18245"/>
          <ac:spMkLst>
            <pc:docMk/>
            <pc:sldMk cId="3319179532" sldId="258"/>
            <ac:spMk id="47" creationId="{E5F2E0B7-7F07-B7C2-7AC3-AD747D8ADCAB}"/>
          </ac:spMkLst>
        </pc:spChg>
        <pc:spChg chg="mod">
          <ac:chgData name="Sai gayatri" userId="84cd2fc65b8f43f1" providerId="LiveId" clId="{BC96744B-7021-4786-88C4-03B69DD153E2}" dt="2026-02-01T13:20:16.143" v="463" actId="18245"/>
          <ac:spMkLst>
            <pc:docMk/>
            <pc:sldMk cId="3319179532" sldId="258"/>
            <ac:spMk id="48" creationId="{DD3A781D-3BBC-111D-CE95-F9DD3A545E3F}"/>
          </ac:spMkLst>
        </pc:spChg>
        <pc:spChg chg="mod">
          <ac:chgData name="Sai gayatri" userId="84cd2fc65b8f43f1" providerId="LiveId" clId="{BC96744B-7021-4786-88C4-03B69DD153E2}" dt="2026-02-01T13:20:15.067" v="457" actId="20577"/>
          <ac:spMkLst>
            <pc:docMk/>
            <pc:sldMk cId="3319179532" sldId="258"/>
            <ac:spMk id="49" creationId="{F2B97AF6-F986-AAAF-7A0C-737BCE3C04E3}"/>
          </ac:spMkLst>
        </pc:spChg>
        <pc:spChg chg="add del">
          <ac:chgData name="Sai gayatri" userId="84cd2fc65b8f43f1" providerId="LiveId" clId="{BC96744B-7021-4786-88C4-03B69DD153E2}" dt="2026-02-01T13:20:14.898" v="456" actId="11529"/>
          <ac:spMkLst>
            <pc:docMk/>
            <pc:sldMk cId="3319179532" sldId="258"/>
            <ac:spMk id="50" creationId="{94C3A75A-7166-FF52-13F9-1D121EAB3E46}"/>
          </ac:spMkLst>
        </pc:spChg>
        <pc:spChg chg="del mod topLvl">
          <ac:chgData name="Sai gayatri" userId="84cd2fc65b8f43f1" providerId="LiveId" clId="{BC96744B-7021-4786-88C4-03B69DD153E2}" dt="2026-02-01T13:23:31.597" v="491"/>
          <ac:spMkLst>
            <pc:docMk/>
            <pc:sldMk cId="3319179532" sldId="258"/>
            <ac:spMk id="53" creationId="{7724E548-22A6-175F-76BE-0C40ABD2426A}"/>
          </ac:spMkLst>
        </pc:spChg>
        <pc:spChg chg="del mod topLvl">
          <ac:chgData name="Sai gayatri" userId="84cd2fc65b8f43f1" providerId="LiveId" clId="{BC96744B-7021-4786-88C4-03B69DD153E2}" dt="2026-02-01T13:23:31.597" v="491"/>
          <ac:spMkLst>
            <pc:docMk/>
            <pc:sldMk cId="3319179532" sldId="258"/>
            <ac:spMk id="54" creationId="{957D5283-4622-FA8E-1561-DDA04838341F}"/>
          </ac:spMkLst>
        </pc:spChg>
        <pc:spChg chg="mod topLvl">
          <ac:chgData name="Sai gayatri" userId="84cd2fc65b8f43f1" providerId="LiveId" clId="{BC96744B-7021-4786-88C4-03B69DD153E2}" dt="2026-02-01T13:22:07.466" v="484" actId="1076"/>
          <ac:spMkLst>
            <pc:docMk/>
            <pc:sldMk cId="3319179532" sldId="258"/>
            <ac:spMk id="55" creationId="{C15FF226-7047-5A06-C145-345FB27DA38B}"/>
          </ac:spMkLst>
        </pc:spChg>
        <pc:spChg chg="mod topLvl">
          <ac:chgData name="Sai gayatri" userId="84cd2fc65b8f43f1" providerId="LiveId" clId="{BC96744B-7021-4786-88C4-03B69DD153E2}" dt="2026-02-01T13:22:17.577" v="486" actId="1076"/>
          <ac:spMkLst>
            <pc:docMk/>
            <pc:sldMk cId="3319179532" sldId="258"/>
            <ac:spMk id="56" creationId="{624EAF4E-9E3B-4900-4EB0-A03ADED9B2DE}"/>
          </ac:spMkLst>
        </pc:spChg>
        <pc:spChg chg="del mod topLvl">
          <ac:chgData name="Sai gayatri" userId="84cd2fc65b8f43f1" providerId="LiveId" clId="{BC96744B-7021-4786-88C4-03B69DD153E2}" dt="2026-02-01T13:23:31.597" v="491"/>
          <ac:spMkLst>
            <pc:docMk/>
            <pc:sldMk cId="3319179532" sldId="258"/>
            <ac:spMk id="57" creationId="{0A9C02A8-050A-034B-E49A-0AC7CE71A4EA}"/>
          </ac:spMkLst>
        </pc:spChg>
        <pc:spChg chg="mod topLvl">
          <ac:chgData name="Sai gayatri" userId="84cd2fc65b8f43f1" providerId="LiveId" clId="{BC96744B-7021-4786-88C4-03B69DD153E2}" dt="2026-02-01T13:22:31.418" v="488" actId="1076"/>
          <ac:spMkLst>
            <pc:docMk/>
            <pc:sldMk cId="3319179532" sldId="258"/>
            <ac:spMk id="58" creationId="{49F0B5E1-29FD-B906-1FB8-39BD73880786}"/>
          </ac:spMkLst>
        </pc:spChg>
        <pc:spChg chg="add mod">
          <ac:chgData name="Sai gayatri" userId="84cd2fc65b8f43f1" providerId="LiveId" clId="{BC96744B-7021-4786-88C4-03B69DD153E2}" dt="2026-02-01T13:22:58.201" v="490" actId="14100"/>
          <ac:spMkLst>
            <pc:docMk/>
            <pc:sldMk cId="3319179532" sldId="258"/>
            <ac:spMk id="59" creationId="{C63E1A55-D5EF-6382-2E9E-02AF04644B70}"/>
          </ac:spMkLst>
        </pc:spChg>
        <pc:spChg chg="del">
          <ac:chgData name="Sai gayatri" userId="84cd2fc65b8f43f1" providerId="LiveId" clId="{BC96744B-7021-4786-88C4-03B69DD153E2}" dt="2026-02-01T13:24:47.900" v="495" actId="21"/>
          <ac:spMkLst>
            <pc:docMk/>
            <pc:sldMk cId="3319179532" sldId="258"/>
            <ac:spMk id="60" creationId="{8CD20C2B-23BE-E8E3-5976-33E225D8054C}"/>
          </ac:spMkLst>
        </pc:spChg>
        <pc:spChg chg="del">
          <ac:chgData name="Sai gayatri" userId="84cd2fc65b8f43f1" providerId="LiveId" clId="{BC96744B-7021-4786-88C4-03B69DD153E2}" dt="2026-02-01T13:24:52.332" v="496" actId="21"/>
          <ac:spMkLst>
            <pc:docMk/>
            <pc:sldMk cId="3319179532" sldId="258"/>
            <ac:spMk id="61" creationId="{E12F7947-FAB6-C118-E321-31F68C70249F}"/>
          </ac:spMkLst>
        </pc:spChg>
        <pc:spChg chg="mod">
          <ac:chgData name="Sai gayatri" userId="84cd2fc65b8f43f1" providerId="LiveId" clId="{BC96744B-7021-4786-88C4-03B69DD153E2}" dt="2026-02-01T13:39:39.086" v="633" actId="207"/>
          <ac:spMkLst>
            <pc:docMk/>
            <pc:sldMk cId="3319179532" sldId="258"/>
            <ac:spMk id="62" creationId="{FA4E9775-9B41-F114-3455-9161E5103CB4}"/>
          </ac:spMkLst>
        </pc:spChg>
        <pc:spChg chg="mod">
          <ac:chgData name="Sai gayatri" userId="84cd2fc65b8f43f1" providerId="LiveId" clId="{BC96744B-7021-4786-88C4-03B69DD153E2}" dt="2026-02-01T13:52:53.082" v="759" actId="1076"/>
          <ac:spMkLst>
            <pc:docMk/>
            <pc:sldMk cId="3319179532" sldId="258"/>
            <ac:spMk id="63" creationId="{EA54FE81-DC6E-24A9-94B8-F157C469B660}"/>
          </ac:spMkLst>
        </pc:spChg>
        <pc:spChg chg="del">
          <ac:chgData name="Sai gayatri" userId="84cd2fc65b8f43f1" providerId="LiveId" clId="{BC96744B-7021-4786-88C4-03B69DD153E2}" dt="2026-02-01T13:24:35.288" v="493" actId="21"/>
          <ac:spMkLst>
            <pc:docMk/>
            <pc:sldMk cId="3319179532" sldId="258"/>
            <ac:spMk id="64" creationId="{C75240C9-1C13-DFA1-5DDA-70B22247C027}"/>
          </ac:spMkLst>
        </pc:spChg>
        <pc:spChg chg="mod">
          <ac:chgData name="Sai gayatri" userId="84cd2fc65b8f43f1" providerId="LiveId" clId="{BC96744B-7021-4786-88C4-03B69DD153E2}" dt="2026-02-01T13:39:39.086" v="633" actId="207"/>
          <ac:spMkLst>
            <pc:docMk/>
            <pc:sldMk cId="3319179532" sldId="258"/>
            <ac:spMk id="65" creationId="{0EED903D-8DAC-74DC-8B49-7B75604ADE17}"/>
          </ac:spMkLst>
        </pc:spChg>
        <pc:spChg chg="del mod">
          <ac:chgData name="Sai gayatri" userId="84cd2fc65b8f43f1" providerId="LiveId" clId="{BC96744B-7021-4786-88C4-03B69DD153E2}" dt="2026-02-01T13:24:35.288" v="493" actId="21"/>
          <ac:spMkLst>
            <pc:docMk/>
            <pc:sldMk cId="3319179532" sldId="258"/>
            <ac:spMk id="66" creationId="{5D2797E9-5B7A-4A80-51D1-9B32F4B144A7}"/>
          </ac:spMkLst>
        </pc:spChg>
        <pc:spChg chg="mod">
          <ac:chgData name="Sai gayatri" userId="84cd2fc65b8f43f1" providerId="LiveId" clId="{BC96744B-7021-4786-88C4-03B69DD153E2}" dt="2026-02-01T13:39:39.086" v="633" actId="207"/>
          <ac:spMkLst>
            <pc:docMk/>
            <pc:sldMk cId="3319179532" sldId="258"/>
            <ac:spMk id="67" creationId="{A86BEBC6-6066-1BE8-A6FF-59F6445D9F88}"/>
          </ac:spMkLst>
        </pc:spChg>
        <pc:spChg chg="del mod">
          <ac:chgData name="Sai gayatri" userId="84cd2fc65b8f43f1" providerId="LiveId" clId="{BC96744B-7021-4786-88C4-03B69DD153E2}" dt="2026-02-01T13:24:35.288" v="493" actId="21"/>
          <ac:spMkLst>
            <pc:docMk/>
            <pc:sldMk cId="3319179532" sldId="258"/>
            <ac:spMk id="68" creationId="{76C29174-70CE-21DB-464B-2A5CD3F99091}"/>
          </ac:spMkLst>
        </pc:spChg>
        <pc:spChg chg="mod">
          <ac:chgData name="Sai gayatri" userId="84cd2fc65b8f43f1" providerId="LiveId" clId="{BC96744B-7021-4786-88C4-03B69DD153E2}" dt="2026-02-01T13:52:53.082" v="759" actId="1076"/>
          <ac:spMkLst>
            <pc:docMk/>
            <pc:sldMk cId="3319179532" sldId="258"/>
            <ac:spMk id="69" creationId="{FAC755D6-B49D-7F14-ACA2-985C2C083E3A}"/>
          </ac:spMkLst>
        </pc:spChg>
        <pc:spChg chg="del mod">
          <ac:chgData name="Sai gayatri" userId="84cd2fc65b8f43f1" providerId="LiveId" clId="{BC96744B-7021-4786-88C4-03B69DD153E2}" dt="2026-02-01T13:24:35.288" v="493" actId="21"/>
          <ac:spMkLst>
            <pc:docMk/>
            <pc:sldMk cId="3319179532" sldId="258"/>
            <ac:spMk id="70" creationId="{10EDC49B-0CF7-2F98-E0E6-E1FCA36F063E}"/>
          </ac:spMkLst>
        </pc:spChg>
        <pc:spChg chg="mod">
          <ac:chgData name="Sai gayatri" userId="84cd2fc65b8f43f1" providerId="LiveId" clId="{BC96744B-7021-4786-88C4-03B69DD153E2}" dt="2026-02-01T13:52:53.082" v="759" actId="1076"/>
          <ac:spMkLst>
            <pc:docMk/>
            <pc:sldMk cId="3319179532" sldId="258"/>
            <ac:spMk id="71" creationId="{3817FDEE-8195-B277-BC8F-277BFBB10052}"/>
          </ac:spMkLst>
        </pc:spChg>
        <pc:spChg chg="mod">
          <ac:chgData name="Sai gayatri" userId="84cd2fc65b8f43f1" providerId="LiveId" clId="{BC96744B-7021-4786-88C4-03B69DD153E2}" dt="2026-02-01T13:39:39.086" v="633" actId="207"/>
          <ac:spMkLst>
            <pc:docMk/>
            <pc:sldMk cId="3319179532" sldId="258"/>
            <ac:spMk id="72" creationId="{B70ABAFD-BEFF-41ED-3FEC-1DE5ED34F6B5}"/>
          </ac:spMkLst>
        </pc:spChg>
        <pc:spChg chg="mod">
          <ac:chgData name="Sai gayatri" userId="84cd2fc65b8f43f1" providerId="LiveId" clId="{BC96744B-7021-4786-88C4-03B69DD153E2}" dt="2026-02-01T13:52:53.082" v="759" actId="1076"/>
          <ac:spMkLst>
            <pc:docMk/>
            <pc:sldMk cId="3319179532" sldId="258"/>
            <ac:spMk id="74" creationId="{BA0B8C0C-4688-42F4-A80D-FF55B144E0A5}"/>
          </ac:spMkLst>
        </pc:spChg>
        <pc:spChg chg="mod">
          <ac:chgData name="Sai gayatri" userId="84cd2fc65b8f43f1" providerId="LiveId" clId="{BC96744B-7021-4786-88C4-03B69DD153E2}" dt="2026-02-01T13:52:53.082" v="759" actId="1076"/>
          <ac:spMkLst>
            <pc:docMk/>
            <pc:sldMk cId="3319179532" sldId="258"/>
            <ac:spMk id="76" creationId="{410FDB22-289A-5B5D-BE5C-E62DF4DD74EC}"/>
          </ac:spMkLst>
        </pc:spChg>
        <pc:spChg chg="del">
          <ac:chgData name="Sai gayatri" userId="84cd2fc65b8f43f1" providerId="LiveId" clId="{BC96744B-7021-4786-88C4-03B69DD153E2}" dt="2026-02-01T13:24:35.288" v="493" actId="21"/>
          <ac:spMkLst>
            <pc:docMk/>
            <pc:sldMk cId="3319179532" sldId="258"/>
            <ac:spMk id="77" creationId="{B8A6D058-0D21-482A-885E-060CA3E7C722}"/>
          </ac:spMkLst>
        </pc:spChg>
        <pc:spChg chg="mod">
          <ac:chgData name="Sai gayatri" userId="84cd2fc65b8f43f1" providerId="LiveId" clId="{BC96744B-7021-4786-88C4-03B69DD153E2}" dt="2026-02-01T13:39:39.086" v="633" actId="207"/>
          <ac:spMkLst>
            <pc:docMk/>
            <pc:sldMk cId="3319179532" sldId="258"/>
            <ac:spMk id="78" creationId="{434C6C63-B10F-2197-5F39-51F6F18A562D}"/>
          </ac:spMkLst>
        </pc:spChg>
        <pc:spChg chg="del">
          <ac:chgData name="Sai gayatri" userId="84cd2fc65b8f43f1" providerId="LiveId" clId="{BC96744B-7021-4786-88C4-03B69DD153E2}" dt="2026-02-01T13:24:39.836" v="494" actId="21"/>
          <ac:spMkLst>
            <pc:docMk/>
            <pc:sldMk cId="3319179532" sldId="258"/>
            <ac:spMk id="79" creationId="{079D3F91-D4E8-AB85-E958-C2B7CED5C532}"/>
          </ac:spMkLst>
        </pc:spChg>
        <pc:spChg chg="mod">
          <ac:chgData name="Sai gayatri" userId="84cd2fc65b8f43f1" providerId="LiveId" clId="{BC96744B-7021-4786-88C4-03B69DD153E2}" dt="2026-02-01T13:52:53.082" v="759" actId="1076"/>
          <ac:spMkLst>
            <pc:docMk/>
            <pc:sldMk cId="3319179532" sldId="258"/>
            <ac:spMk id="80" creationId="{2F637BD2-2944-BD41-9EE3-D873D1C1730C}"/>
          </ac:spMkLst>
        </pc:spChg>
        <pc:spChg chg="del mod">
          <ac:chgData name="Sai gayatri" userId="84cd2fc65b8f43f1" providerId="LiveId" clId="{BC96744B-7021-4786-88C4-03B69DD153E2}" dt="2026-02-01T13:24:35.288" v="493" actId="21"/>
          <ac:spMkLst>
            <pc:docMk/>
            <pc:sldMk cId="3319179532" sldId="258"/>
            <ac:spMk id="81" creationId="{BCAACA1B-A980-BFE3-0102-B3DB6BDDE83E}"/>
          </ac:spMkLst>
        </pc:spChg>
        <pc:spChg chg="add mod ord">
          <ac:chgData name="Sai gayatri" userId="84cd2fc65b8f43f1" providerId="LiveId" clId="{BC96744B-7021-4786-88C4-03B69DD153E2}" dt="2026-02-02T00:25:52.279" v="1853" actId="1076"/>
          <ac:spMkLst>
            <pc:docMk/>
            <pc:sldMk cId="3319179532" sldId="258"/>
            <ac:spMk id="82" creationId="{92E1FDC2-DDFF-5756-76D3-5FC30092C58E}"/>
          </ac:spMkLst>
        </pc:spChg>
        <pc:spChg chg="add mod">
          <ac:chgData name="Sai gayatri" userId="84cd2fc65b8f43f1" providerId="LiveId" clId="{BC96744B-7021-4786-88C4-03B69DD153E2}" dt="2026-02-01T13:54:46.599" v="816" actId="1076"/>
          <ac:spMkLst>
            <pc:docMk/>
            <pc:sldMk cId="3319179532" sldId="258"/>
            <ac:spMk id="83" creationId="{0A2CE5F8-7177-EAF0-5C5E-94900CF7ECFD}"/>
          </ac:spMkLst>
        </pc:spChg>
        <pc:spChg chg="add mod">
          <ac:chgData name="Sai gayatri" userId="84cd2fc65b8f43f1" providerId="LiveId" clId="{BC96744B-7021-4786-88C4-03B69DD153E2}" dt="2026-02-01T13:40:38.352" v="646"/>
          <ac:spMkLst>
            <pc:docMk/>
            <pc:sldMk cId="3319179532" sldId="258"/>
            <ac:spMk id="84" creationId="{E12F7947-FAB6-C118-E321-31F68C70249F}"/>
          </ac:spMkLst>
        </pc:spChg>
        <pc:spChg chg="add mod">
          <ac:chgData name="Sai gayatri" userId="84cd2fc65b8f43f1" providerId="LiveId" clId="{BC96744B-7021-4786-88C4-03B69DD153E2}" dt="2026-02-01T13:40:39.814" v="647"/>
          <ac:spMkLst>
            <pc:docMk/>
            <pc:sldMk cId="3319179532" sldId="258"/>
            <ac:spMk id="85" creationId="{800E34E7-9B49-1AB4-F521-67595BCE1CC8}"/>
          </ac:spMkLst>
        </pc:spChg>
        <pc:spChg chg="add mod">
          <ac:chgData name="Sai gayatri" userId="84cd2fc65b8f43f1" providerId="LiveId" clId="{BC96744B-7021-4786-88C4-03B69DD153E2}" dt="2026-02-01T13:40:40.727" v="648"/>
          <ac:spMkLst>
            <pc:docMk/>
            <pc:sldMk cId="3319179532" sldId="258"/>
            <ac:spMk id="86" creationId="{C440DEDD-9424-C2AF-2591-C342E95D9286}"/>
          </ac:spMkLst>
        </pc:spChg>
        <pc:spChg chg="add mod">
          <ac:chgData name="Sai gayatri" userId="84cd2fc65b8f43f1" providerId="LiveId" clId="{BC96744B-7021-4786-88C4-03B69DD153E2}" dt="2026-02-01T13:54:46.599" v="816" actId="1076"/>
          <ac:spMkLst>
            <pc:docMk/>
            <pc:sldMk cId="3319179532" sldId="258"/>
            <ac:spMk id="87" creationId="{57823A09-1ADD-7FBD-D6A3-CD254C3C1E5C}"/>
          </ac:spMkLst>
        </pc:spChg>
        <pc:spChg chg="add mod">
          <ac:chgData name="Sai gayatri" userId="84cd2fc65b8f43f1" providerId="LiveId" clId="{BC96744B-7021-4786-88C4-03B69DD153E2}" dt="2026-02-01T13:54:46.599" v="816" actId="1076"/>
          <ac:spMkLst>
            <pc:docMk/>
            <pc:sldMk cId="3319179532" sldId="258"/>
            <ac:spMk id="88" creationId="{12E74D34-D741-B30B-4595-38EDF3C4DCD7}"/>
          </ac:spMkLst>
        </pc:spChg>
        <pc:spChg chg="add mod">
          <ac:chgData name="Sai gayatri" userId="84cd2fc65b8f43f1" providerId="LiveId" clId="{BC96744B-7021-4786-88C4-03B69DD153E2}" dt="2026-02-01T13:54:46.599" v="816" actId="1076"/>
          <ac:spMkLst>
            <pc:docMk/>
            <pc:sldMk cId="3319179532" sldId="258"/>
            <ac:spMk id="89" creationId="{5930571A-5BF6-8ED4-52B9-25425E3445B9}"/>
          </ac:spMkLst>
        </pc:spChg>
        <pc:spChg chg="add mod">
          <ac:chgData name="Sai gayatri" userId="84cd2fc65b8f43f1" providerId="LiveId" clId="{BC96744B-7021-4786-88C4-03B69DD153E2}" dt="2026-02-02T00:27:04.369" v="1863" actId="207"/>
          <ac:spMkLst>
            <pc:docMk/>
            <pc:sldMk cId="3319179532" sldId="258"/>
            <ac:spMk id="90" creationId="{34C33B43-E942-422B-FCB4-53D276953B0D}"/>
          </ac:spMkLst>
        </pc:spChg>
        <pc:spChg chg="add mod">
          <ac:chgData name="Sai gayatri" userId="84cd2fc65b8f43f1" providerId="LiveId" clId="{BC96744B-7021-4786-88C4-03B69DD153E2}" dt="2026-02-02T00:26:44.126" v="1861" actId="207"/>
          <ac:spMkLst>
            <pc:docMk/>
            <pc:sldMk cId="3319179532" sldId="258"/>
            <ac:spMk id="91" creationId="{9333DA4D-3A15-0647-EEE8-C528E84E0B9B}"/>
          </ac:spMkLst>
        </pc:spChg>
        <pc:grpChg chg="mod">
          <ac:chgData name="Sai gayatri" userId="84cd2fc65b8f43f1" providerId="LiveId" clId="{BC96744B-7021-4786-88C4-03B69DD153E2}" dt="2026-02-01T13:07:38.832" v="385" actId="18245"/>
          <ac:grpSpMkLst>
            <pc:docMk/>
            <pc:sldMk cId="3319179532" sldId="258"/>
            <ac:grpSpMk id="6" creationId="{A7A0B317-A88E-E8B7-1EDB-CEDB8DA8C090}"/>
          </ac:grpSpMkLst>
        </pc:grpChg>
        <pc:grpChg chg="mod">
          <ac:chgData name="Sai gayatri" userId="84cd2fc65b8f43f1" providerId="LiveId" clId="{BC96744B-7021-4786-88C4-03B69DD153E2}" dt="2026-02-01T13:11:10.762" v="397" actId="18245"/>
          <ac:grpSpMkLst>
            <pc:docMk/>
            <pc:sldMk cId="3319179532" sldId="258"/>
            <ac:grpSpMk id="15" creationId="{08F58ED8-9EA5-058A-0051-BBBC295B6142}"/>
          </ac:grpSpMkLst>
        </pc:grpChg>
        <pc:grpChg chg="mod">
          <ac:chgData name="Sai gayatri" userId="84cd2fc65b8f43f1" providerId="LiveId" clId="{BC96744B-7021-4786-88C4-03B69DD153E2}" dt="2026-02-01T13:13:32.545" v="423" actId="18245"/>
          <ac:grpSpMkLst>
            <pc:docMk/>
            <pc:sldMk cId="3319179532" sldId="258"/>
            <ac:grpSpMk id="26" creationId="{A1F91421-1232-D5E3-2A24-2422E000DC67}"/>
          </ac:grpSpMkLst>
        </pc:grpChg>
        <pc:grpChg chg="mod">
          <ac:chgData name="Sai gayatri" userId="84cd2fc65b8f43f1" providerId="LiveId" clId="{BC96744B-7021-4786-88C4-03B69DD153E2}" dt="2026-02-01T13:14:50.739" v="429" actId="18245"/>
          <ac:grpSpMkLst>
            <pc:docMk/>
            <pc:sldMk cId="3319179532" sldId="258"/>
            <ac:grpSpMk id="35" creationId="{47B64317-127D-15F6-024B-9ED64A707249}"/>
          </ac:grpSpMkLst>
        </pc:grpChg>
        <pc:grpChg chg="add del mod">
          <ac:chgData name="Sai gayatri" userId="84cd2fc65b8f43f1" providerId="LiveId" clId="{BC96744B-7021-4786-88C4-03B69DD153E2}" dt="2026-02-01T13:20:16.143" v="463" actId="18245"/>
          <ac:grpSpMkLst>
            <pc:docMk/>
            <pc:sldMk cId="3319179532" sldId="258"/>
            <ac:grpSpMk id="43" creationId="{F4BA30C6-1E1C-BB4A-D241-21A94071154D}"/>
          </ac:grpSpMkLst>
        </pc:grpChg>
        <pc:grpChg chg="del mod">
          <ac:chgData name="Sai gayatri" userId="84cd2fc65b8f43f1" providerId="LiveId" clId="{BC96744B-7021-4786-88C4-03B69DD153E2}" dt="2026-02-01T13:21:01.196" v="476" actId="165"/>
          <ac:grpSpMkLst>
            <pc:docMk/>
            <pc:sldMk cId="3319179532" sldId="258"/>
            <ac:grpSpMk id="52" creationId="{9252A9BE-A881-F9CC-A46A-192BE8B64DC0}"/>
          </ac:grpSpMkLst>
        </pc:grpChg>
        <pc:graphicFrameChg chg="add mod">
          <ac:chgData name="Sai gayatri" userId="84cd2fc65b8f43f1" providerId="LiveId" clId="{BC96744B-7021-4786-88C4-03B69DD153E2}" dt="2026-02-01T13:04:11.803" v="351" actId="14100"/>
          <ac:graphicFrameMkLst>
            <pc:docMk/>
            <pc:sldMk cId="3319179532" sldId="258"/>
            <ac:graphicFrameMk id="4" creationId="{71E1B016-F35E-F77F-5E5A-EF02D7B17796}"/>
          </ac:graphicFrameMkLst>
        </pc:graphicFrameChg>
        <pc:graphicFrameChg chg="add del mod">
          <ac:chgData name="Sai gayatri" userId="84cd2fc65b8f43f1" providerId="LiveId" clId="{BC96744B-7021-4786-88C4-03B69DD153E2}" dt="2026-02-01T13:07:38.832" v="385" actId="18245"/>
          <ac:graphicFrameMkLst>
            <pc:docMk/>
            <pc:sldMk cId="3319179532" sldId="258"/>
            <ac:graphicFrameMk id="5" creationId="{98364F42-B38F-9B4E-F48B-097BE39E84A9}"/>
          </ac:graphicFrameMkLst>
        </pc:graphicFrameChg>
        <pc:graphicFrameChg chg="add del mod">
          <ac:chgData name="Sai gayatri" userId="84cd2fc65b8f43f1" providerId="LiveId" clId="{BC96744B-7021-4786-88C4-03B69DD153E2}" dt="2026-02-01T13:11:10.762" v="397" actId="18245"/>
          <ac:graphicFrameMkLst>
            <pc:docMk/>
            <pc:sldMk cId="3319179532" sldId="258"/>
            <ac:graphicFrameMk id="14" creationId="{53F49C28-6707-2D61-285D-FF795F934B57}"/>
          </ac:graphicFrameMkLst>
        </pc:graphicFrameChg>
        <pc:graphicFrameChg chg="add del mod">
          <ac:chgData name="Sai gayatri" userId="84cd2fc65b8f43f1" providerId="LiveId" clId="{BC96744B-7021-4786-88C4-03B69DD153E2}" dt="2026-02-01T13:13:32.545" v="423" actId="18245"/>
          <ac:graphicFrameMkLst>
            <pc:docMk/>
            <pc:sldMk cId="3319179532" sldId="258"/>
            <ac:graphicFrameMk id="25" creationId="{AB3D26FB-8078-C2C5-FF31-051D50E769DC}"/>
          </ac:graphicFrameMkLst>
        </pc:graphicFrameChg>
        <pc:graphicFrameChg chg="add del mod">
          <ac:chgData name="Sai gayatri" userId="84cd2fc65b8f43f1" providerId="LiveId" clId="{BC96744B-7021-4786-88C4-03B69DD153E2}" dt="2026-02-01T13:14:50.739" v="429" actId="18245"/>
          <ac:graphicFrameMkLst>
            <pc:docMk/>
            <pc:sldMk cId="3319179532" sldId="258"/>
            <ac:graphicFrameMk id="34" creationId="{7CD5F81E-6832-441F-B1E1-493E070C6FE4}"/>
          </ac:graphicFrameMkLst>
        </pc:graphicFrameChg>
        <pc:graphicFrameChg chg="add del mod">
          <ac:chgData name="Sai gayatri" userId="84cd2fc65b8f43f1" providerId="LiveId" clId="{BC96744B-7021-4786-88C4-03B69DD153E2}" dt="2026-02-01T13:20:18.179" v="471" actId="1076"/>
          <ac:graphicFrameMkLst>
            <pc:docMk/>
            <pc:sldMk cId="3319179532" sldId="258"/>
            <ac:graphicFrameMk id="42" creationId="{3A553705-05F8-F1F2-CD5E-61592E0A106C}"/>
          </ac:graphicFrameMkLst>
        </pc:graphicFrameChg>
        <pc:graphicFrameChg chg="add del mod">
          <ac:chgData name="Sai gayatri" userId="84cd2fc65b8f43f1" providerId="LiveId" clId="{BC96744B-7021-4786-88C4-03B69DD153E2}" dt="2026-02-01T13:20:50.194" v="474" actId="18245"/>
          <ac:graphicFrameMkLst>
            <pc:docMk/>
            <pc:sldMk cId="3319179532" sldId="258"/>
            <ac:graphicFrameMk id="51" creationId="{106EB657-5447-A553-6EDE-F63E78950E7B}"/>
          </ac:graphicFrameMkLst>
        </pc:graphicFrameChg>
      </pc:sldChg>
      <pc:sldChg chg="addSp delSp modSp new mod modTransition addAnim delAnim modAnim">
        <pc:chgData name="Sai gayatri" userId="84cd2fc65b8f43f1" providerId="LiveId" clId="{BC96744B-7021-4786-88C4-03B69DD153E2}" dt="2026-02-01T17:19:11.438" v="1508"/>
        <pc:sldMkLst>
          <pc:docMk/>
          <pc:sldMk cId="569884543" sldId="259"/>
        </pc:sldMkLst>
        <pc:spChg chg="add del mod">
          <ac:chgData name="Sai gayatri" userId="84cd2fc65b8f43f1" providerId="LiveId" clId="{BC96744B-7021-4786-88C4-03B69DD153E2}" dt="2026-02-01T14:35:04.991" v="881"/>
          <ac:spMkLst>
            <pc:docMk/>
            <pc:sldMk cId="569884543" sldId="259"/>
            <ac:spMk id="8" creationId="{D0B65455-906F-2672-363A-1098B9B6DDCA}"/>
          </ac:spMkLst>
        </pc:spChg>
        <pc:spChg chg="add del mod">
          <ac:chgData name="Sai gayatri" userId="84cd2fc65b8f43f1" providerId="LiveId" clId="{BC96744B-7021-4786-88C4-03B69DD153E2}" dt="2026-02-01T15:05:12.723" v="923" actId="1076"/>
          <ac:spMkLst>
            <pc:docMk/>
            <pc:sldMk cId="569884543" sldId="259"/>
            <ac:spMk id="9" creationId="{BDF4351B-BAFE-36EB-53BD-16DB3A359112}"/>
          </ac:spMkLst>
        </pc:spChg>
        <pc:spChg chg="add del mod">
          <ac:chgData name="Sai gayatri" userId="84cd2fc65b8f43f1" providerId="LiveId" clId="{BC96744B-7021-4786-88C4-03B69DD153E2}" dt="2026-02-01T14:48:03.920" v="899" actId="21"/>
          <ac:spMkLst>
            <pc:docMk/>
            <pc:sldMk cId="569884543" sldId="259"/>
            <ac:spMk id="10" creationId="{6C84CFC1-9D9E-EE1F-1895-F0BB795D5A5C}"/>
          </ac:spMkLst>
        </pc:spChg>
        <pc:spChg chg="add mod">
          <ac:chgData name="Sai gayatri" userId="84cd2fc65b8f43f1" providerId="LiveId" clId="{BC96744B-7021-4786-88C4-03B69DD153E2}" dt="2026-02-01T14:49:42.690" v="913" actId="14100"/>
          <ac:spMkLst>
            <pc:docMk/>
            <pc:sldMk cId="569884543" sldId="259"/>
            <ac:spMk id="11" creationId="{3EA47525-8818-D5E0-19BA-8D01D2091136}"/>
          </ac:spMkLst>
        </pc:spChg>
        <pc:picChg chg="add mod modCrop">
          <ac:chgData name="Sai gayatri" userId="84cd2fc65b8f43f1" providerId="LiveId" clId="{BC96744B-7021-4786-88C4-03B69DD153E2}" dt="2026-02-01T14:27:56.604" v="828" actId="11530"/>
          <ac:picMkLst>
            <pc:docMk/>
            <pc:sldMk cId="569884543" sldId="259"/>
            <ac:picMk id="3" creationId="{9405D3CD-56DF-9BB8-6A81-D28821CD02BC}"/>
          </ac:picMkLst>
        </pc:picChg>
        <pc:picChg chg="add del mod modCrop">
          <ac:chgData name="Sai gayatri" userId="84cd2fc65b8f43f1" providerId="LiveId" clId="{BC96744B-7021-4786-88C4-03B69DD153E2}" dt="2026-02-01T14:49:06.215" v="909" actId="1076"/>
          <ac:picMkLst>
            <pc:docMk/>
            <pc:sldMk cId="569884543" sldId="259"/>
            <ac:picMk id="5" creationId="{6C9E0B98-7BCC-2CF3-DAAA-3C6B19407A5D}"/>
          </ac:picMkLst>
        </pc:picChg>
        <pc:picChg chg="add del mod ord">
          <ac:chgData name="Sai gayatri" userId="84cd2fc65b8f43f1" providerId="LiveId" clId="{BC96744B-7021-4786-88C4-03B69DD153E2}" dt="2026-02-01T14:47:58.808" v="898" actId="478"/>
          <ac:picMkLst>
            <pc:docMk/>
            <pc:sldMk cId="569884543" sldId="259"/>
            <ac:picMk id="7" creationId="{7448CCB0-E12F-C10A-4B4E-D1BCEBC0F40A}"/>
          </ac:picMkLst>
        </pc:picChg>
      </pc:sldChg>
      <pc:sldChg chg="addSp delSp modSp add mod modTransition delAnim modAnim">
        <pc:chgData name="Sai gayatri" userId="84cd2fc65b8f43f1" providerId="LiveId" clId="{BC96744B-7021-4786-88C4-03B69DD153E2}" dt="2026-02-01T19:34:54.786" v="1781"/>
        <pc:sldMkLst>
          <pc:docMk/>
          <pc:sldMk cId="3860570747" sldId="260"/>
        </pc:sldMkLst>
        <pc:spChg chg="add mod">
          <ac:chgData name="Sai gayatri" userId="84cd2fc65b8f43f1" providerId="LiveId" clId="{BC96744B-7021-4786-88C4-03B69DD153E2}" dt="2026-02-01T16:14:00.783" v="1343" actId="14100"/>
          <ac:spMkLst>
            <pc:docMk/>
            <pc:sldMk cId="3860570747" sldId="260"/>
            <ac:spMk id="2" creationId="{0535DB40-C8CC-0EDB-7BAF-FF87F97242C1}"/>
          </ac:spMkLst>
        </pc:spChg>
        <pc:spChg chg="add mod">
          <ac:chgData name="Sai gayatri" userId="84cd2fc65b8f43f1" providerId="LiveId" clId="{BC96744B-7021-4786-88C4-03B69DD153E2}" dt="2026-02-01T16:09:04.356" v="1324" actId="164"/>
          <ac:spMkLst>
            <pc:docMk/>
            <pc:sldMk cId="3860570747" sldId="260"/>
            <ac:spMk id="8" creationId="{C80051A0-8AF9-E1C4-A5D9-0208FFCBF72C}"/>
          </ac:spMkLst>
        </pc:spChg>
        <pc:spChg chg="del">
          <ac:chgData name="Sai gayatri" userId="84cd2fc65b8f43f1" providerId="LiveId" clId="{BC96744B-7021-4786-88C4-03B69DD153E2}" dt="2026-02-01T15:16:16.173" v="927" actId="21"/>
          <ac:spMkLst>
            <pc:docMk/>
            <pc:sldMk cId="3860570747" sldId="260"/>
            <ac:spMk id="9" creationId="{E57949E8-8BBB-E15C-7055-D9C67472797A}"/>
          </ac:spMkLst>
        </pc:spChg>
        <pc:spChg chg="add del">
          <ac:chgData name="Sai gayatri" userId="84cd2fc65b8f43f1" providerId="LiveId" clId="{BC96744B-7021-4786-88C4-03B69DD153E2}" dt="2026-02-01T15:32:31.061" v="966" actId="11529"/>
          <ac:spMkLst>
            <pc:docMk/>
            <pc:sldMk cId="3860570747" sldId="260"/>
            <ac:spMk id="10" creationId="{26162F0C-0DD1-E217-830D-2B7232703F1C}"/>
          </ac:spMkLst>
        </pc:spChg>
        <pc:spChg chg="del">
          <ac:chgData name="Sai gayatri" userId="84cd2fc65b8f43f1" providerId="LiveId" clId="{BC96744B-7021-4786-88C4-03B69DD153E2}" dt="2026-02-01T15:16:12.150" v="926" actId="21"/>
          <ac:spMkLst>
            <pc:docMk/>
            <pc:sldMk cId="3860570747" sldId="260"/>
            <ac:spMk id="11" creationId="{59F39EB4-19C7-6C20-676F-AD252EB1F39F}"/>
          </ac:spMkLst>
        </pc:spChg>
        <pc:spChg chg="add del mod">
          <ac:chgData name="Sai gayatri" userId="84cd2fc65b8f43f1" providerId="LiveId" clId="{BC96744B-7021-4786-88C4-03B69DD153E2}" dt="2026-02-01T15:37:33.161" v="1005" actId="21"/>
          <ac:spMkLst>
            <pc:docMk/>
            <pc:sldMk cId="3860570747" sldId="260"/>
            <ac:spMk id="12" creationId="{ECB7C079-76B8-75B4-31DC-5B008CD938D2}"/>
          </ac:spMkLst>
        </pc:spChg>
        <pc:spChg chg="add del mod">
          <ac:chgData name="Sai gayatri" userId="84cd2fc65b8f43f1" providerId="LiveId" clId="{BC96744B-7021-4786-88C4-03B69DD153E2}" dt="2026-02-01T15:37:36.463" v="1006" actId="21"/>
          <ac:spMkLst>
            <pc:docMk/>
            <pc:sldMk cId="3860570747" sldId="260"/>
            <ac:spMk id="13" creationId="{D2C84EB4-68CE-D1E7-0CB8-874DD49219CE}"/>
          </ac:spMkLst>
        </pc:spChg>
        <pc:spChg chg="add del mod">
          <ac:chgData name="Sai gayatri" userId="84cd2fc65b8f43f1" providerId="LiveId" clId="{BC96744B-7021-4786-88C4-03B69DD153E2}" dt="2026-02-01T15:37:33.161" v="1005" actId="21"/>
          <ac:spMkLst>
            <pc:docMk/>
            <pc:sldMk cId="3860570747" sldId="260"/>
            <ac:spMk id="14" creationId="{D1E2CFC8-2B61-64AC-566C-9BA561A8C5BE}"/>
          </ac:spMkLst>
        </pc:spChg>
        <pc:spChg chg="add del mod">
          <ac:chgData name="Sai gayatri" userId="84cd2fc65b8f43f1" providerId="LiveId" clId="{BC96744B-7021-4786-88C4-03B69DD153E2}" dt="2026-02-01T15:37:33.161" v="1005" actId="21"/>
          <ac:spMkLst>
            <pc:docMk/>
            <pc:sldMk cId="3860570747" sldId="260"/>
            <ac:spMk id="15" creationId="{C7D27F7D-AA78-4610-5157-AC322690CD07}"/>
          </ac:spMkLst>
        </pc:spChg>
        <pc:spChg chg="add del mod">
          <ac:chgData name="Sai gayatri" userId="84cd2fc65b8f43f1" providerId="LiveId" clId="{BC96744B-7021-4786-88C4-03B69DD153E2}" dt="2026-02-01T15:37:33.161" v="1005" actId="21"/>
          <ac:spMkLst>
            <pc:docMk/>
            <pc:sldMk cId="3860570747" sldId="260"/>
            <ac:spMk id="16" creationId="{108D9023-929E-EC00-B04F-08411E86C7EF}"/>
          </ac:spMkLst>
        </pc:spChg>
        <pc:spChg chg="add mod">
          <ac:chgData name="Sai gayatri" userId="84cd2fc65b8f43f1" providerId="LiveId" clId="{BC96744B-7021-4786-88C4-03B69DD153E2}" dt="2026-02-01T15:38:14.022" v="1013" actId="1076"/>
          <ac:spMkLst>
            <pc:docMk/>
            <pc:sldMk cId="3860570747" sldId="260"/>
            <ac:spMk id="17" creationId="{AAF48381-6F89-2444-994D-243A146AFE70}"/>
          </ac:spMkLst>
        </pc:spChg>
        <pc:spChg chg="add mod">
          <ac:chgData name="Sai gayatri" userId="84cd2fc65b8f43f1" providerId="LiveId" clId="{BC96744B-7021-4786-88C4-03B69DD153E2}" dt="2026-02-01T15:38:14.900" v="1014" actId="1076"/>
          <ac:spMkLst>
            <pc:docMk/>
            <pc:sldMk cId="3860570747" sldId="260"/>
            <ac:spMk id="18" creationId="{3D098477-2CF8-51C2-CFCF-A2FC53D2095B}"/>
          </ac:spMkLst>
        </pc:spChg>
        <pc:spChg chg="add mod">
          <ac:chgData name="Sai gayatri" userId="84cd2fc65b8f43f1" providerId="LiveId" clId="{BC96744B-7021-4786-88C4-03B69DD153E2}" dt="2026-02-01T16:09:21.017" v="1326" actId="164"/>
          <ac:spMkLst>
            <pc:docMk/>
            <pc:sldMk cId="3860570747" sldId="260"/>
            <ac:spMk id="19" creationId="{9E0E3C83-2022-F60D-319C-3BF5A9572C32}"/>
          </ac:spMkLst>
        </pc:spChg>
        <pc:spChg chg="add mod">
          <ac:chgData name="Sai gayatri" userId="84cd2fc65b8f43f1" providerId="LiveId" clId="{BC96744B-7021-4786-88C4-03B69DD153E2}" dt="2026-02-01T16:09:14.360" v="1325" actId="164"/>
          <ac:spMkLst>
            <pc:docMk/>
            <pc:sldMk cId="3860570747" sldId="260"/>
            <ac:spMk id="20" creationId="{F8D39A8E-FAEB-E2E2-95EE-CB30CF0FF823}"/>
          </ac:spMkLst>
        </pc:spChg>
        <pc:spChg chg="add mod">
          <ac:chgData name="Sai gayatri" userId="84cd2fc65b8f43f1" providerId="LiveId" clId="{BC96744B-7021-4786-88C4-03B69DD153E2}" dt="2026-02-01T16:09:29.884" v="1327" actId="164"/>
          <ac:spMkLst>
            <pc:docMk/>
            <pc:sldMk cId="3860570747" sldId="260"/>
            <ac:spMk id="21" creationId="{F33CA661-7280-28C7-989F-743580A077C6}"/>
          </ac:spMkLst>
        </pc:spChg>
        <pc:spChg chg="add mod">
          <ac:chgData name="Sai gayatri" userId="84cd2fc65b8f43f1" providerId="LiveId" clId="{BC96744B-7021-4786-88C4-03B69DD153E2}" dt="2026-02-01T16:08:32.710" v="1322" actId="164"/>
          <ac:spMkLst>
            <pc:docMk/>
            <pc:sldMk cId="3860570747" sldId="260"/>
            <ac:spMk id="22" creationId="{114EB3D5-3517-93E2-334C-DC345F828DD1}"/>
          </ac:spMkLst>
        </pc:spChg>
        <pc:spChg chg="add mod">
          <ac:chgData name="Sai gayatri" userId="84cd2fc65b8f43f1" providerId="LiveId" clId="{BC96744B-7021-4786-88C4-03B69DD153E2}" dt="2026-02-01T16:08:55.794" v="1323" actId="164"/>
          <ac:spMkLst>
            <pc:docMk/>
            <pc:sldMk cId="3860570747" sldId="260"/>
            <ac:spMk id="23" creationId="{FA0CC65F-409F-DCE5-2A66-649B1EAB2AB9}"/>
          </ac:spMkLst>
        </pc:spChg>
        <pc:spChg chg="add mod">
          <ac:chgData name="Sai gayatri" userId="84cd2fc65b8f43f1" providerId="LiveId" clId="{BC96744B-7021-4786-88C4-03B69DD153E2}" dt="2026-02-01T16:08:32.710" v="1322" actId="164"/>
          <ac:spMkLst>
            <pc:docMk/>
            <pc:sldMk cId="3860570747" sldId="260"/>
            <ac:spMk id="24" creationId="{7747976F-381D-0C83-80B4-A5DBEB652DAF}"/>
          </ac:spMkLst>
        </pc:spChg>
        <pc:spChg chg="add mod">
          <ac:chgData name="Sai gayatri" userId="84cd2fc65b8f43f1" providerId="LiveId" clId="{BC96744B-7021-4786-88C4-03B69DD153E2}" dt="2026-02-01T16:09:14.360" v="1325" actId="164"/>
          <ac:spMkLst>
            <pc:docMk/>
            <pc:sldMk cId="3860570747" sldId="260"/>
            <ac:spMk id="25" creationId="{94B9E61D-2B82-486C-B579-FAB88D1FE747}"/>
          </ac:spMkLst>
        </pc:spChg>
        <pc:spChg chg="add mod">
          <ac:chgData name="Sai gayatri" userId="84cd2fc65b8f43f1" providerId="LiveId" clId="{BC96744B-7021-4786-88C4-03B69DD153E2}" dt="2026-02-01T16:09:04.356" v="1324" actId="164"/>
          <ac:spMkLst>
            <pc:docMk/>
            <pc:sldMk cId="3860570747" sldId="260"/>
            <ac:spMk id="26" creationId="{A91C75BB-D924-FDF1-C64D-9108B39632FF}"/>
          </ac:spMkLst>
        </pc:spChg>
        <pc:spChg chg="add mod">
          <ac:chgData name="Sai gayatri" userId="84cd2fc65b8f43f1" providerId="LiveId" clId="{BC96744B-7021-4786-88C4-03B69DD153E2}" dt="2026-02-01T16:09:21.017" v="1326" actId="164"/>
          <ac:spMkLst>
            <pc:docMk/>
            <pc:sldMk cId="3860570747" sldId="260"/>
            <ac:spMk id="27" creationId="{1AAE257A-5121-CBC1-FA51-13964F3F29DC}"/>
          </ac:spMkLst>
        </pc:spChg>
        <pc:spChg chg="add mod">
          <ac:chgData name="Sai gayatri" userId="84cd2fc65b8f43f1" providerId="LiveId" clId="{BC96744B-7021-4786-88C4-03B69DD153E2}" dt="2026-02-01T16:08:55.794" v="1323" actId="164"/>
          <ac:spMkLst>
            <pc:docMk/>
            <pc:sldMk cId="3860570747" sldId="260"/>
            <ac:spMk id="28" creationId="{58068AFD-7086-37A8-EE34-DD661C9C0CEA}"/>
          </ac:spMkLst>
        </pc:spChg>
        <pc:spChg chg="add mod">
          <ac:chgData name="Sai gayatri" userId="84cd2fc65b8f43f1" providerId="LiveId" clId="{BC96744B-7021-4786-88C4-03B69DD153E2}" dt="2026-02-01T16:09:29.884" v="1327" actId="164"/>
          <ac:spMkLst>
            <pc:docMk/>
            <pc:sldMk cId="3860570747" sldId="260"/>
            <ac:spMk id="29" creationId="{CB9BCD07-7E4C-7AAE-F98B-5A7A72714116}"/>
          </ac:spMkLst>
        </pc:spChg>
        <pc:spChg chg="add mod">
          <ac:chgData name="Sai gayatri" userId="84cd2fc65b8f43f1" providerId="LiveId" clId="{BC96744B-7021-4786-88C4-03B69DD153E2}" dt="2026-02-01T16:08:32.710" v="1322" actId="164"/>
          <ac:spMkLst>
            <pc:docMk/>
            <pc:sldMk cId="3860570747" sldId="260"/>
            <ac:spMk id="30" creationId="{04A5321D-7B96-9C7A-9A28-B10A8F26C345}"/>
          </ac:spMkLst>
        </pc:spChg>
        <pc:spChg chg="add mod">
          <ac:chgData name="Sai gayatri" userId="84cd2fc65b8f43f1" providerId="LiveId" clId="{BC96744B-7021-4786-88C4-03B69DD153E2}" dt="2026-02-01T16:09:14.360" v="1325" actId="164"/>
          <ac:spMkLst>
            <pc:docMk/>
            <pc:sldMk cId="3860570747" sldId="260"/>
            <ac:spMk id="31" creationId="{61BB789D-CBE1-819D-4970-CB5122C01B5A}"/>
          </ac:spMkLst>
        </pc:spChg>
        <pc:spChg chg="add mod">
          <ac:chgData name="Sai gayatri" userId="84cd2fc65b8f43f1" providerId="LiveId" clId="{BC96744B-7021-4786-88C4-03B69DD153E2}" dt="2026-02-01T16:09:04.356" v="1324" actId="164"/>
          <ac:spMkLst>
            <pc:docMk/>
            <pc:sldMk cId="3860570747" sldId="260"/>
            <ac:spMk id="32" creationId="{3E064F34-76DD-F528-9CFB-B55F1C1EABA9}"/>
          </ac:spMkLst>
        </pc:spChg>
        <pc:spChg chg="add mod">
          <ac:chgData name="Sai gayatri" userId="84cd2fc65b8f43f1" providerId="LiveId" clId="{BC96744B-7021-4786-88C4-03B69DD153E2}" dt="2026-02-01T16:08:55.794" v="1323" actId="164"/>
          <ac:spMkLst>
            <pc:docMk/>
            <pc:sldMk cId="3860570747" sldId="260"/>
            <ac:spMk id="33" creationId="{095EA5B5-8F73-AD10-A1F7-751326315571}"/>
          </ac:spMkLst>
        </pc:spChg>
        <pc:spChg chg="add mod">
          <ac:chgData name="Sai gayatri" userId="84cd2fc65b8f43f1" providerId="LiveId" clId="{BC96744B-7021-4786-88C4-03B69DD153E2}" dt="2026-02-01T16:09:29.884" v="1327" actId="164"/>
          <ac:spMkLst>
            <pc:docMk/>
            <pc:sldMk cId="3860570747" sldId="260"/>
            <ac:spMk id="34" creationId="{B7309224-547C-66C4-1D5A-723160402AB0}"/>
          </ac:spMkLst>
        </pc:spChg>
        <pc:spChg chg="add mod">
          <ac:chgData name="Sai gayatri" userId="84cd2fc65b8f43f1" providerId="LiveId" clId="{BC96744B-7021-4786-88C4-03B69DD153E2}" dt="2026-02-01T16:09:21.017" v="1326" actId="164"/>
          <ac:spMkLst>
            <pc:docMk/>
            <pc:sldMk cId="3860570747" sldId="260"/>
            <ac:spMk id="35" creationId="{F256603D-BE5A-80DF-16B4-8FA2E0FF2D89}"/>
          </ac:spMkLst>
        </pc:spChg>
        <pc:spChg chg="add mod">
          <ac:chgData name="Sai gayatri" userId="84cd2fc65b8f43f1" providerId="LiveId" clId="{BC96744B-7021-4786-88C4-03B69DD153E2}" dt="2026-02-01T16:08:32.710" v="1322" actId="164"/>
          <ac:spMkLst>
            <pc:docMk/>
            <pc:sldMk cId="3860570747" sldId="260"/>
            <ac:spMk id="36" creationId="{80FFD6B0-1692-1E6D-0D2A-ED173C29ADEC}"/>
          </ac:spMkLst>
        </pc:spChg>
        <pc:spChg chg="add mod">
          <ac:chgData name="Sai gayatri" userId="84cd2fc65b8f43f1" providerId="LiveId" clId="{BC96744B-7021-4786-88C4-03B69DD153E2}" dt="2026-02-01T16:09:14.360" v="1325" actId="164"/>
          <ac:spMkLst>
            <pc:docMk/>
            <pc:sldMk cId="3860570747" sldId="260"/>
            <ac:spMk id="37" creationId="{5686A029-5B97-0E16-30CD-4A4C0511FD37}"/>
          </ac:spMkLst>
        </pc:spChg>
        <pc:spChg chg="add mod">
          <ac:chgData name="Sai gayatri" userId="84cd2fc65b8f43f1" providerId="LiveId" clId="{BC96744B-7021-4786-88C4-03B69DD153E2}" dt="2026-02-01T16:09:04.356" v="1324" actId="164"/>
          <ac:spMkLst>
            <pc:docMk/>
            <pc:sldMk cId="3860570747" sldId="260"/>
            <ac:spMk id="38" creationId="{9C179171-C5D7-93E0-3E79-1D36F649DA9D}"/>
          </ac:spMkLst>
        </pc:spChg>
        <pc:spChg chg="add mod">
          <ac:chgData name="Sai gayatri" userId="84cd2fc65b8f43f1" providerId="LiveId" clId="{BC96744B-7021-4786-88C4-03B69DD153E2}" dt="2026-02-01T16:08:55.794" v="1323" actId="164"/>
          <ac:spMkLst>
            <pc:docMk/>
            <pc:sldMk cId="3860570747" sldId="260"/>
            <ac:spMk id="39" creationId="{57088958-463C-16E1-5606-3680AF5A2053}"/>
          </ac:spMkLst>
        </pc:spChg>
        <pc:spChg chg="add mod">
          <ac:chgData name="Sai gayatri" userId="84cd2fc65b8f43f1" providerId="LiveId" clId="{BC96744B-7021-4786-88C4-03B69DD153E2}" dt="2026-02-01T16:09:29.884" v="1327" actId="164"/>
          <ac:spMkLst>
            <pc:docMk/>
            <pc:sldMk cId="3860570747" sldId="260"/>
            <ac:spMk id="40" creationId="{EF4AC19B-561D-F04B-1329-BB3A34605406}"/>
          </ac:spMkLst>
        </pc:spChg>
        <pc:spChg chg="add del">
          <ac:chgData name="Sai gayatri" userId="84cd2fc65b8f43f1" providerId="LiveId" clId="{BC96744B-7021-4786-88C4-03B69DD153E2}" dt="2026-02-01T16:02:58.619" v="1289" actId="22"/>
          <ac:spMkLst>
            <pc:docMk/>
            <pc:sldMk cId="3860570747" sldId="260"/>
            <ac:spMk id="42" creationId="{BE5B810A-54D7-6C80-C0A9-0757AA57A58B}"/>
          </ac:spMkLst>
        </pc:spChg>
        <pc:spChg chg="add mod">
          <ac:chgData name="Sai gayatri" userId="84cd2fc65b8f43f1" providerId="LiveId" clId="{BC96744B-7021-4786-88C4-03B69DD153E2}" dt="2026-02-01T16:09:21.017" v="1326" actId="164"/>
          <ac:spMkLst>
            <pc:docMk/>
            <pc:sldMk cId="3860570747" sldId="260"/>
            <ac:spMk id="43" creationId="{F28E7501-0F92-5FD1-CCDB-3344BDB4EA31}"/>
          </ac:spMkLst>
        </pc:spChg>
        <pc:spChg chg="add del mod">
          <ac:chgData name="Sai gayatri" userId="84cd2fc65b8f43f1" providerId="LiveId" clId="{BC96744B-7021-4786-88C4-03B69DD153E2}" dt="2026-02-01T16:14:35.714" v="1369" actId="21"/>
          <ac:spMkLst>
            <pc:docMk/>
            <pc:sldMk cId="3860570747" sldId="260"/>
            <ac:spMk id="50" creationId="{8B85026E-BEA3-C373-70F3-6325A7710FB5}"/>
          </ac:spMkLst>
        </pc:spChg>
        <pc:spChg chg="add mod">
          <ac:chgData name="Sai gayatri" userId="84cd2fc65b8f43f1" providerId="LiveId" clId="{BC96744B-7021-4786-88C4-03B69DD153E2}" dt="2026-02-01T16:15:42.751" v="1383"/>
          <ac:spMkLst>
            <pc:docMk/>
            <pc:sldMk cId="3860570747" sldId="260"/>
            <ac:spMk id="51" creationId="{C9C599C6-CAD4-3A9D-4D74-F4862712BE6C}"/>
          </ac:spMkLst>
        </pc:spChg>
        <pc:grpChg chg="add del mod">
          <ac:chgData name="Sai gayatri" userId="84cd2fc65b8f43f1" providerId="LiveId" clId="{BC96744B-7021-4786-88C4-03B69DD153E2}" dt="2026-02-01T19:33:42.627" v="1779" actId="478"/>
          <ac:grpSpMkLst>
            <pc:docMk/>
            <pc:sldMk cId="3860570747" sldId="260"/>
            <ac:grpSpMk id="44" creationId="{0C84AE28-13F1-7225-DFA3-BD3A3F6300E3}"/>
          </ac:grpSpMkLst>
        </pc:grpChg>
        <pc:grpChg chg="add del mod">
          <ac:chgData name="Sai gayatri" userId="84cd2fc65b8f43f1" providerId="LiveId" clId="{BC96744B-7021-4786-88C4-03B69DD153E2}" dt="2026-02-01T19:33:42.627" v="1779" actId="478"/>
          <ac:grpSpMkLst>
            <pc:docMk/>
            <pc:sldMk cId="3860570747" sldId="260"/>
            <ac:grpSpMk id="45" creationId="{6264FA65-F406-971D-B3FF-E08DCB93DE83}"/>
          </ac:grpSpMkLst>
        </pc:grpChg>
        <pc:grpChg chg="add del mod">
          <ac:chgData name="Sai gayatri" userId="84cd2fc65b8f43f1" providerId="LiveId" clId="{BC96744B-7021-4786-88C4-03B69DD153E2}" dt="2026-02-01T19:33:42.627" v="1779" actId="478"/>
          <ac:grpSpMkLst>
            <pc:docMk/>
            <pc:sldMk cId="3860570747" sldId="260"/>
            <ac:grpSpMk id="46" creationId="{A5B6F069-EC82-F99D-C236-9FB0B6D94805}"/>
          </ac:grpSpMkLst>
        </pc:grpChg>
        <pc:grpChg chg="add del mod">
          <ac:chgData name="Sai gayatri" userId="84cd2fc65b8f43f1" providerId="LiveId" clId="{BC96744B-7021-4786-88C4-03B69DD153E2}" dt="2026-02-01T19:33:42.627" v="1779" actId="478"/>
          <ac:grpSpMkLst>
            <pc:docMk/>
            <pc:sldMk cId="3860570747" sldId="260"/>
            <ac:grpSpMk id="47" creationId="{574BA801-F300-3C74-AE34-14B2D30B1F6A}"/>
          </ac:grpSpMkLst>
        </pc:grpChg>
        <pc:grpChg chg="add del mod">
          <ac:chgData name="Sai gayatri" userId="84cd2fc65b8f43f1" providerId="LiveId" clId="{BC96744B-7021-4786-88C4-03B69DD153E2}" dt="2026-02-01T19:33:42.627" v="1779" actId="478"/>
          <ac:grpSpMkLst>
            <pc:docMk/>
            <pc:sldMk cId="3860570747" sldId="260"/>
            <ac:grpSpMk id="48" creationId="{72475660-BD65-895E-738E-FDB125EBC22F}"/>
          </ac:grpSpMkLst>
        </pc:grpChg>
        <pc:grpChg chg="add del mod">
          <ac:chgData name="Sai gayatri" userId="84cd2fc65b8f43f1" providerId="LiveId" clId="{BC96744B-7021-4786-88C4-03B69DD153E2}" dt="2026-02-01T19:33:42.627" v="1779" actId="478"/>
          <ac:grpSpMkLst>
            <pc:docMk/>
            <pc:sldMk cId="3860570747" sldId="260"/>
            <ac:grpSpMk id="49" creationId="{450B9E3C-9135-2E55-2E2D-5C9D7F0F651A}"/>
          </ac:grpSpMkLst>
        </pc:grpChg>
        <pc:picChg chg="add mod">
          <ac:chgData name="Sai gayatri" userId="84cd2fc65b8f43f1" providerId="LiveId" clId="{BC96744B-7021-4786-88C4-03B69DD153E2}" dt="2026-02-01T16:18:13.148" v="1392" actId="1076"/>
          <ac:picMkLst>
            <pc:docMk/>
            <pc:sldMk cId="3860570747" sldId="260"/>
            <ac:picMk id="4" creationId="{B7C9B7B2-3159-683F-6547-9FE61073CE67}"/>
          </ac:picMkLst>
        </pc:picChg>
        <pc:picChg chg="del">
          <ac:chgData name="Sai gayatri" userId="84cd2fc65b8f43f1" providerId="LiveId" clId="{BC96744B-7021-4786-88C4-03B69DD153E2}" dt="2026-02-01T15:16:18.592" v="928" actId="21"/>
          <ac:picMkLst>
            <pc:docMk/>
            <pc:sldMk cId="3860570747" sldId="260"/>
            <ac:picMk id="5" creationId="{C9D35934-13D0-DF49-A958-0C7CAFCD0C7A}"/>
          </ac:picMkLst>
        </pc:picChg>
        <pc:picChg chg="add mod">
          <ac:chgData name="Sai gayatri" userId="84cd2fc65b8f43f1" providerId="LiveId" clId="{BC96744B-7021-4786-88C4-03B69DD153E2}" dt="2026-02-01T16:18:05.646" v="1391" actId="1076"/>
          <ac:picMkLst>
            <pc:docMk/>
            <pc:sldMk cId="3860570747" sldId="260"/>
            <ac:picMk id="6" creationId="{E6B6EACB-C0DC-EF7A-7695-4BC533D37CF3}"/>
          </ac:picMkLst>
        </pc:picChg>
        <pc:picChg chg="mod">
          <ac:chgData name="Sai gayatri" userId="84cd2fc65b8f43f1" providerId="LiveId" clId="{BC96744B-7021-4786-88C4-03B69DD153E2}" dt="2026-02-01T16:11:14.813" v="1328" actId="1076"/>
          <ac:picMkLst>
            <pc:docMk/>
            <pc:sldMk cId="3860570747" sldId="260"/>
            <ac:picMk id="7" creationId="{4DF5E5BE-2FA0-EE11-5DFD-D62AF3267FCE}"/>
          </ac:picMkLst>
        </pc:picChg>
      </pc:sldChg>
      <pc:sldChg chg="addSp modSp add mod ord modTransition modAnim">
        <pc:chgData name="Sai gayatri" userId="84cd2fc65b8f43f1" providerId="LiveId" clId="{BC96744B-7021-4786-88C4-03B69DD153E2}" dt="2026-02-01T18:08:42.115" v="1583"/>
        <pc:sldMkLst>
          <pc:docMk/>
          <pc:sldMk cId="2474898738" sldId="261"/>
        </pc:sldMkLst>
        <pc:spChg chg="add mod">
          <ac:chgData name="Sai gayatri" userId="84cd2fc65b8f43f1" providerId="LiveId" clId="{BC96744B-7021-4786-88C4-03B69DD153E2}" dt="2026-02-01T18:01:56.127" v="1574" actId="12"/>
          <ac:spMkLst>
            <pc:docMk/>
            <pc:sldMk cId="2474898738" sldId="261"/>
            <ac:spMk id="2" creationId="{35AA4AE3-02EC-C500-DF64-9FE484F69168}"/>
          </ac:spMkLst>
        </pc:spChg>
        <pc:spChg chg="add mod">
          <ac:chgData name="Sai gayatri" userId="84cd2fc65b8f43f1" providerId="LiveId" clId="{BC96744B-7021-4786-88C4-03B69DD153E2}" dt="2026-02-01T18:01:56.127" v="1574" actId="12"/>
          <ac:spMkLst>
            <pc:docMk/>
            <pc:sldMk cId="2474898738" sldId="261"/>
            <ac:spMk id="3" creationId="{54424D48-C42C-FC97-950F-C41F47E4D90D}"/>
          </ac:spMkLst>
        </pc:spChg>
        <pc:spChg chg="add mod">
          <ac:chgData name="Sai gayatri" userId="84cd2fc65b8f43f1" providerId="LiveId" clId="{BC96744B-7021-4786-88C4-03B69DD153E2}" dt="2026-02-01T18:01:56.127" v="1574" actId="12"/>
          <ac:spMkLst>
            <pc:docMk/>
            <pc:sldMk cId="2474898738" sldId="261"/>
            <ac:spMk id="4" creationId="{C9D93D92-D908-BA72-1552-6205815FA661}"/>
          </ac:spMkLst>
        </pc:spChg>
        <pc:spChg chg="add mod">
          <ac:chgData name="Sai gayatri" userId="84cd2fc65b8f43f1" providerId="LiveId" clId="{BC96744B-7021-4786-88C4-03B69DD153E2}" dt="2026-02-01T18:01:56.127" v="1574" actId="12"/>
          <ac:spMkLst>
            <pc:docMk/>
            <pc:sldMk cId="2474898738" sldId="261"/>
            <ac:spMk id="6" creationId="{669B07C4-9D5E-41FD-9530-110A892CC144}"/>
          </ac:spMkLst>
        </pc:spChg>
        <pc:spChg chg="add mod">
          <ac:chgData name="Sai gayatri" userId="84cd2fc65b8f43f1" providerId="LiveId" clId="{BC96744B-7021-4786-88C4-03B69DD153E2}" dt="2026-02-01T18:01:56.127" v="1574" actId="12"/>
          <ac:spMkLst>
            <pc:docMk/>
            <pc:sldMk cId="2474898738" sldId="261"/>
            <ac:spMk id="8" creationId="{A9914054-595B-CA12-95C7-2F0A56526617}"/>
          </ac:spMkLst>
        </pc:spChg>
        <pc:spChg chg="mod">
          <ac:chgData name="Sai gayatri" userId="84cd2fc65b8f43f1" providerId="LiveId" clId="{BC96744B-7021-4786-88C4-03B69DD153E2}" dt="2026-02-01T17:32:17.197" v="1525" actId="1076"/>
          <ac:spMkLst>
            <pc:docMk/>
            <pc:sldMk cId="2474898738" sldId="261"/>
            <ac:spMk id="9" creationId="{D0CEFC74-C171-9CF8-5981-4E9EC1ADA34D}"/>
          </ac:spMkLst>
        </pc:spChg>
        <pc:spChg chg="mod">
          <ac:chgData name="Sai gayatri" userId="84cd2fc65b8f43f1" providerId="LiveId" clId="{BC96744B-7021-4786-88C4-03B69DD153E2}" dt="2026-02-01T18:01:56.127" v="1574" actId="12"/>
          <ac:spMkLst>
            <pc:docMk/>
            <pc:sldMk cId="2474898738" sldId="261"/>
            <ac:spMk id="11" creationId="{6F6175DB-F6F5-7278-49E1-F33D2668F189}"/>
          </ac:spMkLst>
        </pc:spChg>
        <pc:picChg chg="mod">
          <ac:chgData name="Sai gayatri" userId="84cd2fc65b8f43f1" providerId="LiveId" clId="{BC96744B-7021-4786-88C4-03B69DD153E2}" dt="2026-02-01T17:57:44.561" v="1568" actId="1076"/>
          <ac:picMkLst>
            <pc:docMk/>
            <pc:sldMk cId="2474898738" sldId="261"/>
            <ac:picMk id="5" creationId="{8132E093-54B7-2AB3-0280-D8AC86F049C2}"/>
          </ac:picMkLst>
        </pc:picChg>
      </pc:sldChg>
      <pc:sldChg chg="addSp modSp add mod ord">
        <pc:chgData name="Sai gayatri" userId="84cd2fc65b8f43f1" providerId="LiveId" clId="{BC96744B-7021-4786-88C4-03B69DD153E2}" dt="2026-02-01T16:21:41.332" v="1396"/>
        <pc:sldMkLst>
          <pc:docMk/>
          <pc:sldMk cId="2351712360" sldId="262"/>
        </pc:sldMkLst>
        <pc:spChg chg="add mod">
          <ac:chgData name="Sai gayatri" userId="84cd2fc65b8f43f1" providerId="LiveId" clId="{BC96744B-7021-4786-88C4-03B69DD153E2}" dt="2026-02-01T16:15:33.087" v="1382" actId="1076"/>
          <ac:spMkLst>
            <pc:docMk/>
            <pc:sldMk cId="2351712360" sldId="262"/>
            <ac:spMk id="50" creationId="{8B85026E-BEA3-C373-70F3-6325A7710FB5}"/>
          </ac:spMkLst>
        </pc:spChg>
        <pc:picChg chg="mod">
          <ac:chgData name="Sai gayatri" userId="84cd2fc65b8f43f1" providerId="LiveId" clId="{BC96744B-7021-4786-88C4-03B69DD153E2}" dt="2026-02-01T16:13:45.732" v="1341" actId="1076"/>
          <ac:picMkLst>
            <pc:docMk/>
            <pc:sldMk cId="2351712360" sldId="262"/>
            <ac:picMk id="6" creationId="{BB445980-F666-DDFC-DFDD-347CBBC19C7D}"/>
          </ac:picMkLst>
        </pc:picChg>
      </pc:sldChg>
      <pc:sldChg chg="modSp add mod">
        <pc:chgData name="Sai gayatri" userId="84cd2fc65b8f43f1" providerId="LiveId" clId="{BC96744B-7021-4786-88C4-03B69DD153E2}" dt="2026-02-01T17:16:07.403" v="1504" actId="1076"/>
        <pc:sldMkLst>
          <pc:docMk/>
          <pc:sldMk cId="4083743418" sldId="263"/>
        </pc:sldMkLst>
        <pc:spChg chg="mod">
          <ac:chgData name="Sai gayatri" userId="84cd2fc65b8f43f1" providerId="LiveId" clId="{BC96744B-7021-4786-88C4-03B69DD153E2}" dt="2026-02-01T16:21:56.562" v="1404" actId="20577"/>
          <ac:spMkLst>
            <pc:docMk/>
            <pc:sldMk cId="4083743418" sldId="263"/>
            <ac:spMk id="51" creationId="{BBE15094-0A94-82BF-CD7E-8292E7C7C694}"/>
          </ac:spMkLst>
        </pc:spChg>
        <pc:grpChg chg="mod">
          <ac:chgData name="Sai gayatri" userId="84cd2fc65b8f43f1" providerId="LiveId" clId="{BC96744B-7021-4786-88C4-03B69DD153E2}" dt="2026-02-01T17:16:07.403" v="1504" actId="1076"/>
          <ac:grpSpMkLst>
            <pc:docMk/>
            <pc:sldMk cId="4083743418" sldId="263"/>
            <ac:grpSpMk id="47" creationId="{2042E5D3-EAF2-E2AD-9158-4448CFC21AFC}"/>
          </ac:grpSpMkLst>
        </pc:grpChg>
        <pc:grpChg chg="mod">
          <ac:chgData name="Sai gayatri" userId="84cd2fc65b8f43f1" providerId="LiveId" clId="{BC96744B-7021-4786-88C4-03B69DD153E2}" dt="2026-02-01T17:16:03.737" v="1503" actId="1076"/>
          <ac:grpSpMkLst>
            <pc:docMk/>
            <pc:sldMk cId="4083743418" sldId="263"/>
            <ac:grpSpMk id="49" creationId="{B3415547-7419-C767-081E-97D434399B9A}"/>
          </ac:grpSpMkLst>
        </pc:grpChg>
      </pc:sldChg>
      <pc:sldChg chg="modSp add mod">
        <pc:chgData name="Sai gayatri" userId="84cd2fc65b8f43f1" providerId="LiveId" clId="{BC96744B-7021-4786-88C4-03B69DD153E2}" dt="2026-02-01T17:11:46.012" v="1500" actId="1076"/>
        <pc:sldMkLst>
          <pc:docMk/>
          <pc:sldMk cId="4232536660" sldId="264"/>
        </pc:sldMkLst>
        <pc:spChg chg="mod">
          <ac:chgData name="Sai gayatri" userId="84cd2fc65b8f43f1" providerId="LiveId" clId="{BC96744B-7021-4786-88C4-03B69DD153E2}" dt="2026-02-01T17:11:39.480" v="1498" actId="1076"/>
          <ac:spMkLst>
            <pc:docMk/>
            <pc:sldMk cId="4232536660" sldId="264"/>
            <ac:spMk id="2" creationId="{F8D7B51C-B976-B36F-8C43-C3DE90DCACC6}"/>
          </ac:spMkLst>
        </pc:spChg>
        <pc:spChg chg="mod">
          <ac:chgData name="Sai gayatri" userId="84cd2fc65b8f43f1" providerId="LiveId" clId="{BC96744B-7021-4786-88C4-03B69DD153E2}" dt="2026-02-01T17:11:29.911" v="1497" actId="1076"/>
          <ac:spMkLst>
            <pc:docMk/>
            <pc:sldMk cId="4232536660" sldId="264"/>
            <ac:spMk id="19" creationId="{CC9139EE-B2BF-8D9D-D422-D040C0A81C61}"/>
          </ac:spMkLst>
        </pc:spChg>
        <pc:spChg chg="mod">
          <ac:chgData name="Sai gayatri" userId="84cd2fc65b8f43f1" providerId="LiveId" clId="{BC96744B-7021-4786-88C4-03B69DD153E2}" dt="2026-02-01T17:10:20.679" v="1476" actId="1076"/>
          <ac:spMkLst>
            <pc:docMk/>
            <pc:sldMk cId="4232536660" sldId="264"/>
            <ac:spMk id="20" creationId="{1D263E36-4885-FFB3-4305-3CF76EEB3ACF}"/>
          </ac:spMkLst>
        </pc:spChg>
        <pc:spChg chg="mod">
          <ac:chgData name="Sai gayatri" userId="84cd2fc65b8f43f1" providerId="LiveId" clId="{BC96744B-7021-4786-88C4-03B69DD153E2}" dt="2026-02-01T17:11:00.529" v="1492" actId="14100"/>
          <ac:spMkLst>
            <pc:docMk/>
            <pc:sldMk cId="4232536660" sldId="264"/>
            <ac:spMk id="25" creationId="{A1193C35-A1AE-495F-7A3A-FE2017438C1B}"/>
          </ac:spMkLst>
        </pc:spChg>
        <pc:spChg chg="mod">
          <ac:chgData name="Sai gayatri" userId="84cd2fc65b8f43f1" providerId="LiveId" clId="{BC96744B-7021-4786-88C4-03B69DD153E2}" dt="2026-02-01T17:02:21.379" v="1434" actId="1076"/>
          <ac:spMkLst>
            <pc:docMk/>
            <pc:sldMk cId="4232536660" sldId="264"/>
            <ac:spMk id="30" creationId="{C85A54E5-82DC-C0EF-9A68-DD145077E584}"/>
          </ac:spMkLst>
        </pc:spChg>
        <pc:spChg chg="mod">
          <ac:chgData name="Sai gayatri" userId="84cd2fc65b8f43f1" providerId="LiveId" clId="{BC96744B-7021-4786-88C4-03B69DD153E2}" dt="2026-02-01T17:09:33.725" v="1463" actId="1076"/>
          <ac:spMkLst>
            <pc:docMk/>
            <pc:sldMk cId="4232536660" sldId="264"/>
            <ac:spMk id="31" creationId="{A44284A5-E6D7-2C06-4A8C-B32C7D9B9ECD}"/>
          </ac:spMkLst>
        </pc:spChg>
        <pc:spChg chg="mod">
          <ac:chgData name="Sai gayatri" userId="84cd2fc65b8f43f1" providerId="LiveId" clId="{BC96744B-7021-4786-88C4-03B69DD153E2}" dt="2026-02-01T17:09:27.041" v="1462" actId="1076"/>
          <ac:spMkLst>
            <pc:docMk/>
            <pc:sldMk cId="4232536660" sldId="264"/>
            <ac:spMk id="32" creationId="{F1985BA9-9E0A-7D1C-C2B6-3EBAE82A0DF9}"/>
          </ac:spMkLst>
        </pc:spChg>
        <pc:spChg chg="mod">
          <ac:chgData name="Sai gayatri" userId="84cd2fc65b8f43f1" providerId="LiveId" clId="{BC96744B-7021-4786-88C4-03B69DD153E2}" dt="2026-02-01T17:09:01.989" v="1456" actId="1076"/>
          <ac:spMkLst>
            <pc:docMk/>
            <pc:sldMk cId="4232536660" sldId="264"/>
            <ac:spMk id="33" creationId="{2B7D9F18-78F4-ACE9-40C5-7F63C0BCB1E0}"/>
          </ac:spMkLst>
        </pc:spChg>
        <pc:spChg chg="mod">
          <ac:chgData name="Sai gayatri" userId="84cd2fc65b8f43f1" providerId="LiveId" clId="{BC96744B-7021-4786-88C4-03B69DD153E2}" dt="2026-02-01T17:08:50.367" v="1452" actId="1076"/>
          <ac:spMkLst>
            <pc:docMk/>
            <pc:sldMk cId="4232536660" sldId="264"/>
            <ac:spMk id="34" creationId="{C64DE745-14A1-3D38-EFDB-0BF52D76394C}"/>
          </ac:spMkLst>
        </pc:spChg>
        <pc:spChg chg="mod">
          <ac:chgData name="Sai gayatri" userId="84cd2fc65b8f43f1" providerId="LiveId" clId="{BC96744B-7021-4786-88C4-03B69DD153E2}" dt="2026-02-01T17:09:48.142" v="1470" actId="1076"/>
          <ac:spMkLst>
            <pc:docMk/>
            <pc:sldMk cId="4232536660" sldId="264"/>
            <ac:spMk id="35" creationId="{9A4EB2C1-1484-DD45-3455-E3643C7604AC}"/>
          </ac:spMkLst>
        </pc:spChg>
        <pc:spChg chg="mod">
          <ac:chgData name="Sai gayatri" userId="84cd2fc65b8f43f1" providerId="LiveId" clId="{BC96744B-7021-4786-88C4-03B69DD153E2}" dt="2026-02-01T17:10:10.051" v="1473" actId="207"/>
          <ac:spMkLst>
            <pc:docMk/>
            <pc:sldMk cId="4232536660" sldId="264"/>
            <ac:spMk id="36" creationId="{79CB8901-A5F7-02DB-DC82-F9B8394F6C4C}"/>
          </ac:spMkLst>
        </pc:spChg>
        <pc:spChg chg="mod">
          <ac:chgData name="Sai gayatri" userId="84cd2fc65b8f43f1" providerId="LiveId" clId="{BC96744B-7021-4786-88C4-03B69DD153E2}" dt="2026-02-01T17:11:11.482" v="1495" actId="1076"/>
          <ac:spMkLst>
            <pc:docMk/>
            <pc:sldMk cId="4232536660" sldId="264"/>
            <ac:spMk id="37" creationId="{3D618C81-BA8D-11D5-8384-3E04F1864D3A}"/>
          </ac:spMkLst>
        </pc:spChg>
        <pc:spChg chg="mod">
          <ac:chgData name="Sai gayatri" userId="84cd2fc65b8f43f1" providerId="LiveId" clId="{BC96744B-7021-4786-88C4-03B69DD153E2}" dt="2026-02-01T17:10:10.051" v="1473" actId="207"/>
          <ac:spMkLst>
            <pc:docMk/>
            <pc:sldMk cId="4232536660" sldId="264"/>
            <ac:spMk id="38" creationId="{2B76F4AC-1856-E7D6-39A8-1CF8D77A055D}"/>
          </ac:spMkLst>
        </pc:spChg>
        <pc:spChg chg="mod">
          <ac:chgData name="Sai gayatri" userId="84cd2fc65b8f43f1" providerId="LiveId" clId="{BC96744B-7021-4786-88C4-03B69DD153E2}" dt="2026-02-01T17:10:16.177" v="1474" actId="1076"/>
          <ac:spMkLst>
            <pc:docMk/>
            <pc:sldMk cId="4232536660" sldId="264"/>
            <ac:spMk id="39" creationId="{4C073882-5343-B229-EBF9-D3CAAA97B90D}"/>
          </ac:spMkLst>
        </pc:spChg>
        <pc:spChg chg="mod">
          <ac:chgData name="Sai gayatri" userId="84cd2fc65b8f43f1" providerId="LiveId" clId="{BC96744B-7021-4786-88C4-03B69DD153E2}" dt="2026-02-01T17:10:10.051" v="1473" actId="207"/>
          <ac:spMkLst>
            <pc:docMk/>
            <pc:sldMk cId="4232536660" sldId="264"/>
            <ac:spMk id="40" creationId="{86E1C085-B55A-FAA5-713F-E6E48EEA99A8}"/>
          </ac:spMkLst>
        </pc:spChg>
        <pc:spChg chg="mod">
          <ac:chgData name="Sai gayatri" userId="84cd2fc65b8f43f1" providerId="LiveId" clId="{BC96744B-7021-4786-88C4-03B69DD153E2}" dt="2026-02-01T17:10:51.780" v="1488" actId="1076"/>
          <ac:spMkLst>
            <pc:docMk/>
            <pc:sldMk cId="4232536660" sldId="264"/>
            <ac:spMk id="43" creationId="{AA2BAF8E-E508-B6BC-B46A-7D852B3A4CD9}"/>
          </ac:spMkLst>
        </pc:spChg>
        <pc:spChg chg="mod">
          <ac:chgData name="Sai gayatri" userId="84cd2fc65b8f43f1" providerId="LiveId" clId="{BC96744B-7021-4786-88C4-03B69DD153E2}" dt="2026-02-01T16:22:03.597" v="1412" actId="20577"/>
          <ac:spMkLst>
            <pc:docMk/>
            <pc:sldMk cId="4232536660" sldId="264"/>
            <ac:spMk id="50" creationId="{48414FD8-F4DD-6BA5-F3E5-C79DB292AD6E}"/>
          </ac:spMkLst>
        </pc:spChg>
        <pc:picChg chg="mod">
          <ac:chgData name="Sai gayatri" userId="84cd2fc65b8f43f1" providerId="LiveId" clId="{BC96744B-7021-4786-88C4-03B69DD153E2}" dt="2026-02-01T17:11:46.012" v="1500" actId="1076"/>
          <ac:picMkLst>
            <pc:docMk/>
            <pc:sldMk cId="4232536660" sldId="264"/>
            <ac:picMk id="4" creationId="{3CDE3614-14A4-DF63-8287-CDB17BBF0405}"/>
          </ac:picMkLst>
        </pc:picChg>
        <pc:picChg chg="mod">
          <ac:chgData name="Sai gayatri" userId="84cd2fc65b8f43f1" providerId="LiveId" clId="{BC96744B-7021-4786-88C4-03B69DD153E2}" dt="2026-02-01T17:11:42.223" v="1499" actId="1076"/>
          <ac:picMkLst>
            <pc:docMk/>
            <pc:sldMk cId="4232536660" sldId="264"/>
            <ac:picMk id="6" creationId="{F9D8A9E0-50BC-41E1-A89B-14B3EF99D150}"/>
          </ac:picMkLst>
        </pc:picChg>
      </pc:sldChg>
      <pc:sldChg chg="addSp delSp modSp new add del mod">
        <pc:chgData name="Sai gayatri" userId="84cd2fc65b8f43f1" providerId="LiveId" clId="{BC96744B-7021-4786-88C4-03B69DD153E2}" dt="2026-02-01T19:32:24.455" v="1777" actId="47"/>
        <pc:sldMkLst>
          <pc:docMk/>
          <pc:sldMk cId="2293166380" sldId="265"/>
        </pc:sldMkLst>
        <pc:spChg chg="del">
          <ac:chgData name="Sai gayatri" userId="84cd2fc65b8f43f1" providerId="LiveId" clId="{BC96744B-7021-4786-88C4-03B69DD153E2}" dt="2026-02-01T18:58:50.915" v="1652" actId="21"/>
          <ac:spMkLst>
            <pc:docMk/>
            <pc:sldMk cId="2293166380" sldId="265"/>
            <ac:spMk id="2" creationId="{E26ECA1C-68B7-4483-766F-157FC871041B}"/>
          </ac:spMkLst>
        </pc:spChg>
        <pc:spChg chg="del">
          <ac:chgData name="Sai gayatri" userId="84cd2fc65b8f43f1" providerId="LiveId" clId="{BC96744B-7021-4786-88C4-03B69DD153E2}" dt="2026-02-01T18:47:05.916" v="1612" actId="22"/>
          <ac:spMkLst>
            <pc:docMk/>
            <pc:sldMk cId="2293166380" sldId="265"/>
            <ac:spMk id="3" creationId="{EEDE7AD5-E01A-8684-5959-68EBF7B259B5}"/>
          </ac:spMkLst>
        </pc:spChg>
        <pc:spChg chg="add del mod">
          <ac:chgData name="Sai gayatri" userId="84cd2fc65b8f43f1" providerId="LiveId" clId="{BC96744B-7021-4786-88C4-03B69DD153E2}" dt="2026-02-01T19:02:24.288" v="1675" actId="21"/>
          <ac:spMkLst>
            <pc:docMk/>
            <pc:sldMk cId="2293166380" sldId="265"/>
            <ac:spMk id="13" creationId="{4CAF88C0-DCF8-87A1-FE7A-43CB54367584}"/>
          </ac:spMkLst>
        </pc:spChg>
        <pc:picChg chg="add del mod ord">
          <ac:chgData name="Sai gayatri" userId="84cd2fc65b8f43f1" providerId="LiveId" clId="{BC96744B-7021-4786-88C4-03B69DD153E2}" dt="2026-02-01T18:48:41.199" v="1620" actId="21"/>
          <ac:picMkLst>
            <pc:docMk/>
            <pc:sldMk cId="2293166380" sldId="265"/>
            <ac:picMk id="5" creationId="{4EF1F22A-B26A-8C03-3FC8-2AFD4883E81C}"/>
          </ac:picMkLst>
        </pc:picChg>
        <pc:picChg chg="add mod">
          <ac:chgData name="Sai gayatri" userId="84cd2fc65b8f43f1" providerId="LiveId" clId="{BC96744B-7021-4786-88C4-03B69DD153E2}" dt="2026-02-01T18:47:22.989" v="1614" actId="1076"/>
          <ac:picMkLst>
            <pc:docMk/>
            <pc:sldMk cId="2293166380" sldId="265"/>
            <ac:picMk id="7" creationId="{D5C51D9E-B554-49AD-280E-5CAC0E031C97}"/>
          </ac:picMkLst>
        </pc:picChg>
        <pc:picChg chg="add mod">
          <ac:chgData name="Sai gayatri" userId="84cd2fc65b8f43f1" providerId="LiveId" clId="{BC96744B-7021-4786-88C4-03B69DD153E2}" dt="2026-02-01T18:47:50.506" v="1616" actId="1076"/>
          <ac:picMkLst>
            <pc:docMk/>
            <pc:sldMk cId="2293166380" sldId="265"/>
            <ac:picMk id="9" creationId="{833C22FB-EFF0-B8AC-8802-734D5D807317}"/>
          </ac:picMkLst>
        </pc:picChg>
        <pc:picChg chg="add mod">
          <ac:chgData name="Sai gayatri" userId="84cd2fc65b8f43f1" providerId="LiveId" clId="{BC96744B-7021-4786-88C4-03B69DD153E2}" dt="2026-02-01T18:48:10.356" v="1618" actId="1076"/>
          <ac:picMkLst>
            <pc:docMk/>
            <pc:sldMk cId="2293166380" sldId="265"/>
            <ac:picMk id="11" creationId="{B0904E3E-ED09-5816-6011-1803EE6766F9}"/>
          </ac:picMkLst>
        </pc:picChg>
      </pc:sldChg>
      <pc:sldChg chg="addSp new del mod">
        <pc:chgData name="Sai gayatri" userId="84cd2fc65b8f43f1" providerId="LiveId" clId="{BC96744B-7021-4786-88C4-03B69DD153E2}" dt="2026-02-02T00:07:48.419" v="1804" actId="47"/>
        <pc:sldMkLst>
          <pc:docMk/>
          <pc:sldMk cId="2539714354" sldId="265"/>
        </pc:sldMkLst>
        <pc:picChg chg="add">
          <ac:chgData name="Sai gayatri" userId="84cd2fc65b8f43f1" providerId="LiveId" clId="{BC96744B-7021-4786-88C4-03B69DD153E2}" dt="2026-02-02T00:05:20.084" v="1795" actId="22"/>
          <ac:picMkLst>
            <pc:docMk/>
            <pc:sldMk cId="2539714354" sldId="265"/>
            <ac:picMk id="3" creationId="{95553C13-A731-4714-47D9-FAAFD1DC73E3}"/>
          </ac:picMkLst>
        </pc:picChg>
        <pc:picChg chg="add">
          <ac:chgData name="Sai gayatri" userId="84cd2fc65b8f43f1" providerId="LiveId" clId="{BC96744B-7021-4786-88C4-03B69DD153E2}" dt="2026-02-02T00:05:42.299" v="1796" actId="22"/>
          <ac:picMkLst>
            <pc:docMk/>
            <pc:sldMk cId="2539714354" sldId="265"/>
            <ac:picMk id="5" creationId="{6460BACA-8015-CE39-84EA-2508CFD66182}"/>
          </ac:picMkLst>
        </pc:picChg>
      </pc:sldChg>
      <pc:sldChg chg="new del">
        <pc:chgData name="Sai gayatri" userId="84cd2fc65b8f43f1" providerId="LiveId" clId="{BC96744B-7021-4786-88C4-03B69DD153E2}" dt="2026-02-02T00:25:27.859" v="1851" actId="47"/>
        <pc:sldMkLst>
          <pc:docMk/>
          <pc:sldMk cId="3841930350" sldId="26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E1F20-8D5B-115D-B6C7-F6636F18A7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DC25F4-23EB-175A-EEFA-2B1BBA9F03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42F962-6045-E908-D137-5D2EC3EFD329}"/>
              </a:ext>
            </a:extLst>
          </p:cNvPr>
          <p:cNvSpPr>
            <a:spLocks noGrp="1"/>
          </p:cNvSpPr>
          <p:nvPr>
            <p:ph type="dt" sz="half" idx="10"/>
          </p:nvPr>
        </p:nvSpPr>
        <p:spPr/>
        <p:txBody>
          <a:bodyPr/>
          <a:lstStyle/>
          <a:p>
            <a:fld id="{9C09577A-681A-488B-9276-6D26AE064E3D}" type="datetimeFigureOut">
              <a:rPr lang="en-IN" smtClean="0"/>
              <a:t>02-02-2026</a:t>
            </a:fld>
            <a:endParaRPr lang="en-IN"/>
          </a:p>
        </p:txBody>
      </p:sp>
      <p:sp>
        <p:nvSpPr>
          <p:cNvPr id="5" name="Footer Placeholder 4">
            <a:extLst>
              <a:ext uri="{FF2B5EF4-FFF2-40B4-BE49-F238E27FC236}">
                <a16:creationId xmlns:a16="http://schemas.microsoft.com/office/drawing/2014/main" id="{BA5C0331-4FFF-DCCF-7FF8-B66343B9F8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99EAF2-584D-29BF-C438-882D524D39DF}"/>
              </a:ext>
            </a:extLst>
          </p:cNvPr>
          <p:cNvSpPr>
            <a:spLocks noGrp="1"/>
          </p:cNvSpPr>
          <p:nvPr>
            <p:ph type="sldNum" sz="quarter" idx="12"/>
          </p:nvPr>
        </p:nvSpPr>
        <p:spPr/>
        <p:txBody>
          <a:bodyPr/>
          <a:lstStyle/>
          <a:p>
            <a:fld id="{8A54AEBF-454A-4A3D-B829-1294D683F816}" type="slidenum">
              <a:rPr lang="en-IN" smtClean="0"/>
              <a:t>‹#›</a:t>
            </a:fld>
            <a:endParaRPr lang="en-IN"/>
          </a:p>
        </p:txBody>
      </p:sp>
    </p:spTree>
    <p:extLst>
      <p:ext uri="{BB962C8B-B14F-4D97-AF65-F5344CB8AC3E}">
        <p14:creationId xmlns:p14="http://schemas.microsoft.com/office/powerpoint/2010/main" val="3057406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52500-5807-1140-751D-2723B30FE0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6EBCE8-5F39-D2C1-43E6-B301BB4013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1F8387-0FCB-42DE-4734-E23ABE3EDE8E}"/>
              </a:ext>
            </a:extLst>
          </p:cNvPr>
          <p:cNvSpPr>
            <a:spLocks noGrp="1"/>
          </p:cNvSpPr>
          <p:nvPr>
            <p:ph type="dt" sz="half" idx="10"/>
          </p:nvPr>
        </p:nvSpPr>
        <p:spPr/>
        <p:txBody>
          <a:bodyPr/>
          <a:lstStyle/>
          <a:p>
            <a:fld id="{9C09577A-681A-488B-9276-6D26AE064E3D}" type="datetimeFigureOut">
              <a:rPr lang="en-IN" smtClean="0"/>
              <a:t>02-02-2026</a:t>
            </a:fld>
            <a:endParaRPr lang="en-IN"/>
          </a:p>
        </p:txBody>
      </p:sp>
      <p:sp>
        <p:nvSpPr>
          <p:cNvPr id="5" name="Footer Placeholder 4">
            <a:extLst>
              <a:ext uri="{FF2B5EF4-FFF2-40B4-BE49-F238E27FC236}">
                <a16:creationId xmlns:a16="http://schemas.microsoft.com/office/drawing/2014/main" id="{487BD166-3359-3801-D8DF-33A1A22EB5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4D5E1F-0326-F48F-743E-6749AFF3297E}"/>
              </a:ext>
            </a:extLst>
          </p:cNvPr>
          <p:cNvSpPr>
            <a:spLocks noGrp="1"/>
          </p:cNvSpPr>
          <p:nvPr>
            <p:ph type="sldNum" sz="quarter" idx="12"/>
          </p:nvPr>
        </p:nvSpPr>
        <p:spPr/>
        <p:txBody>
          <a:bodyPr/>
          <a:lstStyle/>
          <a:p>
            <a:fld id="{8A54AEBF-454A-4A3D-B829-1294D683F816}" type="slidenum">
              <a:rPr lang="en-IN" smtClean="0"/>
              <a:t>‹#›</a:t>
            </a:fld>
            <a:endParaRPr lang="en-IN"/>
          </a:p>
        </p:txBody>
      </p:sp>
    </p:spTree>
    <p:extLst>
      <p:ext uri="{BB962C8B-B14F-4D97-AF65-F5344CB8AC3E}">
        <p14:creationId xmlns:p14="http://schemas.microsoft.com/office/powerpoint/2010/main" val="536207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5A53F-FCC1-4F16-088A-0DB1A158D1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9C1CC86-DF24-2FD7-4008-326E2AC329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ED8653-6DF5-1D6A-E72E-9699D3AC4B0E}"/>
              </a:ext>
            </a:extLst>
          </p:cNvPr>
          <p:cNvSpPr>
            <a:spLocks noGrp="1"/>
          </p:cNvSpPr>
          <p:nvPr>
            <p:ph type="dt" sz="half" idx="10"/>
          </p:nvPr>
        </p:nvSpPr>
        <p:spPr/>
        <p:txBody>
          <a:bodyPr/>
          <a:lstStyle/>
          <a:p>
            <a:fld id="{9C09577A-681A-488B-9276-6D26AE064E3D}" type="datetimeFigureOut">
              <a:rPr lang="en-IN" smtClean="0"/>
              <a:t>02-02-2026</a:t>
            </a:fld>
            <a:endParaRPr lang="en-IN"/>
          </a:p>
        </p:txBody>
      </p:sp>
      <p:sp>
        <p:nvSpPr>
          <p:cNvPr id="5" name="Footer Placeholder 4">
            <a:extLst>
              <a:ext uri="{FF2B5EF4-FFF2-40B4-BE49-F238E27FC236}">
                <a16:creationId xmlns:a16="http://schemas.microsoft.com/office/drawing/2014/main" id="{695E8DCE-C5AE-3E9A-794E-6964BC3BAA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362DD0-C755-EFC4-AC02-11D3FF0057E4}"/>
              </a:ext>
            </a:extLst>
          </p:cNvPr>
          <p:cNvSpPr>
            <a:spLocks noGrp="1"/>
          </p:cNvSpPr>
          <p:nvPr>
            <p:ph type="sldNum" sz="quarter" idx="12"/>
          </p:nvPr>
        </p:nvSpPr>
        <p:spPr/>
        <p:txBody>
          <a:bodyPr/>
          <a:lstStyle/>
          <a:p>
            <a:fld id="{8A54AEBF-454A-4A3D-B829-1294D683F816}" type="slidenum">
              <a:rPr lang="en-IN" smtClean="0"/>
              <a:t>‹#›</a:t>
            </a:fld>
            <a:endParaRPr lang="en-IN"/>
          </a:p>
        </p:txBody>
      </p:sp>
    </p:spTree>
    <p:extLst>
      <p:ext uri="{BB962C8B-B14F-4D97-AF65-F5344CB8AC3E}">
        <p14:creationId xmlns:p14="http://schemas.microsoft.com/office/powerpoint/2010/main" val="102687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D38E8-CB67-EDD8-DA2C-CB3F4AB586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26A614-A8A2-F01D-B5E3-09DD2F0F24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8B49E30-6F1B-0F5D-B3B1-6B2F834B97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FB73ADC-0976-227F-16B5-CD1F5F1FED72}"/>
              </a:ext>
            </a:extLst>
          </p:cNvPr>
          <p:cNvSpPr>
            <a:spLocks noGrp="1"/>
          </p:cNvSpPr>
          <p:nvPr>
            <p:ph type="dt" sz="half" idx="10"/>
          </p:nvPr>
        </p:nvSpPr>
        <p:spPr/>
        <p:txBody>
          <a:bodyPr/>
          <a:lstStyle/>
          <a:p>
            <a:fld id="{9C09577A-681A-488B-9276-6D26AE064E3D}" type="datetimeFigureOut">
              <a:rPr lang="en-IN" smtClean="0"/>
              <a:t>02-02-2026</a:t>
            </a:fld>
            <a:endParaRPr lang="en-IN"/>
          </a:p>
        </p:txBody>
      </p:sp>
      <p:sp>
        <p:nvSpPr>
          <p:cNvPr id="6" name="Footer Placeholder 5">
            <a:extLst>
              <a:ext uri="{FF2B5EF4-FFF2-40B4-BE49-F238E27FC236}">
                <a16:creationId xmlns:a16="http://schemas.microsoft.com/office/drawing/2014/main" id="{E13BA770-E84E-AA5D-ECC4-D004834135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A29B2C-B4BD-1F12-ACE4-D9C77B8BCBD0}"/>
              </a:ext>
            </a:extLst>
          </p:cNvPr>
          <p:cNvSpPr>
            <a:spLocks noGrp="1"/>
          </p:cNvSpPr>
          <p:nvPr>
            <p:ph type="sldNum" sz="quarter" idx="12"/>
          </p:nvPr>
        </p:nvSpPr>
        <p:spPr/>
        <p:txBody>
          <a:bodyPr/>
          <a:lstStyle/>
          <a:p>
            <a:fld id="{8A54AEBF-454A-4A3D-B829-1294D683F816}" type="slidenum">
              <a:rPr lang="en-IN" smtClean="0"/>
              <a:t>‹#›</a:t>
            </a:fld>
            <a:endParaRPr lang="en-IN"/>
          </a:p>
        </p:txBody>
      </p:sp>
    </p:spTree>
    <p:extLst>
      <p:ext uri="{BB962C8B-B14F-4D97-AF65-F5344CB8AC3E}">
        <p14:creationId xmlns:p14="http://schemas.microsoft.com/office/powerpoint/2010/main" val="4173485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90945-770D-C2DF-59DD-1D90D29E00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2F14C1-4B20-9E83-2B94-5959D6187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4C417F-0914-2407-6999-BE323B0EFB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F63470-0130-E62D-77AE-D65E7A9BA1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6B193C-B052-D595-6F57-1810F8BF2D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1D03800-5D9C-5A87-7667-50B047737DD0}"/>
              </a:ext>
            </a:extLst>
          </p:cNvPr>
          <p:cNvSpPr>
            <a:spLocks noGrp="1"/>
          </p:cNvSpPr>
          <p:nvPr>
            <p:ph type="dt" sz="half" idx="10"/>
          </p:nvPr>
        </p:nvSpPr>
        <p:spPr/>
        <p:txBody>
          <a:bodyPr/>
          <a:lstStyle/>
          <a:p>
            <a:fld id="{9C09577A-681A-488B-9276-6D26AE064E3D}" type="datetimeFigureOut">
              <a:rPr lang="en-IN" smtClean="0"/>
              <a:t>02-02-2026</a:t>
            </a:fld>
            <a:endParaRPr lang="en-IN"/>
          </a:p>
        </p:txBody>
      </p:sp>
      <p:sp>
        <p:nvSpPr>
          <p:cNvPr id="8" name="Footer Placeholder 7">
            <a:extLst>
              <a:ext uri="{FF2B5EF4-FFF2-40B4-BE49-F238E27FC236}">
                <a16:creationId xmlns:a16="http://schemas.microsoft.com/office/drawing/2014/main" id="{A26117A2-469B-E0CB-3A35-AC32CAA503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A5D2247-4242-182B-7B36-54D9FE31AF93}"/>
              </a:ext>
            </a:extLst>
          </p:cNvPr>
          <p:cNvSpPr>
            <a:spLocks noGrp="1"/>
          </p:cNvSpPr>
          <p:nvPr>
            <p:ph type="sldNum" sz="quarter" idx="12"/>
          </p:nvPr>
        </p:nvSpPr>
        <p:spPr/>
        <p:txBody>
          <a:bodyPr/>
          <a:lstStyle/>
          <a:p>
            <a:fld id="{8A54AEBF-454A-4A3D-B829-1294D683F816}" type="slidenum">
              <a:rPr lang="en-IN" smtClean="0"/>
              <a:t>‹#›</a:t>
            </a:fld>
            <a:endParaRPr lang="en-IN"/>
          </a:p>
        </p:txBody>
      </p:sp>
    </p:spTree>
    <p:extLst>
      <p:ext uri="{BB962C8B-B14F-4D97-AF65-F5344CB8AC3E}">
        <p14:creationId xmlns:p14="http://schemas.microsoft.com/office/powerpoint/2010/main" val="1534524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7F8A7-EF93-D473-3EED-57A39EC9673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C6D43D7-D92E-F683-E880-4A1AC4E51107}"/>
              </a:ext>
            </a:extLst>
          </p:cNvPr>
          <p:cNvSpPr>
            <a:spLocks noGrp="1"/>
          </p:cNvSpPr>
          <p:nvPr>
            <p:ph type="dt" sz="half" idx="10"/>
          </p:nvPr>
        </p:nvSpPr>
        <p:spPr/>
        <p:txBody>
          <a:bodyPr/>
          <a:lstStyle/>
          <a:p>
            <a:fld id="{9C09577A-681A-488B-9276-6D26AE064E3D}" type="datetimeFigureOut">
              <a:rPr lang="en-IN" smtClean="0"/>
              <a:t>02-02-2026</a:t>
            </a:fld>
            <a:endParaRPr lang="en-IN"/>
          </a:p>
        </p:txBody>
      </p:sp>
      <p:sp>
        <p:nvSpPr>
          <p:cNvPr id="4" name="Footer Placeholder 3">
            <a:extLst>
              <a:ext uri="{FF2B5EF4-FFF2-40B4-BE49-F238E27FC236}">
                <a16:creationId xmlns:a16="http://schemas.microsoft.com/office/drawing/2014/main" id="{046B0318-7572-50BC-C572-756DE706EFF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A72E35-6AD9-5862-9144-08CE0101E500}"/>
              </a:ext>
            </a:extLst>
          </p:cNvPr>
          <p:cNvSpPr>
            <a:spLocks noGrp="1"/>
          </p:cNvSpPr>
          <p:nvPr>
            <p:ph type="sldNum" sz="quarter" idx="12"/>
          </p:nvPr>
        </p:nvSpPr>
        <p:spPr/>
        <p:txBody>
          <a:bodyPr/>
          <a:lstStyle/>
          <a:p>
            <a:fld id="{8A54AEBF-454A-4A3D-B829-1294D683F816}" type="slidenum">
              <a:rPr lang="en-IN" smtClean="0"/>
              <a:t>‹#›</a:t>
            </a:fld>
            <a:endParaRPr lang="en-IN"/>
          </a:p>
        </p:txBody>
      </p:sp>
    </p:spTree>
    <p:extLst>
      <p:ext uri="{BB962C8B-B14F-4D97-AF65-F5344CB8AC3E}">
        <p14:creationId xmlns:p14="http://schemas.microsoft.com/office/powerpoint/2010/main" val="141713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19FF39-F20B-3E5D-B463-7557841635C0}"/>
              </a:ext>
            </a:extLst>
          </p:cNvPr>
          <p:cNvSpPr>
            <a:spLocks noGrp="1"/>
          </p:cNvSpPr>
          <p:nvPr>
            <p:ph type="dt" sz="half" idx="10"/>
          </p:nvPr>
        </p:nvSpPr>
        <p:spPr/>
        <p:txBody>
          <a:bodyPr/>
          <a:lstStyle/>
          <a:p>
            <a:fld id="{9C09577A-681A-488B-9276-6D26AE064E3D}" type="datetimeFigureOut">
              <a:rPr lang="en-IN" smtClean="0"/>
              <a:t>02-02-2026</a:t>
            </a:fld>
            <a:endParaRPr lang="en-IN"/>
          </a:p>
        </p:txBody>
      </p:sp>
      <p:sp>
        <p:nvSpPr>
          <p:cNvPr id="3" name="Footer Placeholder 2">
            <a:extLst>
              <a:ext uri="{FF2B5EF4-FFF2-40B4-BE49-F238E27FC236}">
                <a16:creationId xmlns:a16="http://schemas.microsoft.com/office/drawing/2014/main" id="{1E4E5CF4-46D8-ACF4-6623-7F6E3A77C4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651262E-3C8F-A5C2-043B-76B384E5CB5A}"/>
              </a:ext>
            </a:extLst>
          </p:cNvPr>
          <p:cNvSpPr>
            <a:spLocks noGrp="1"/>
          </p:cNvSpPr>
          <p:nvPr>
            <p:ph type="sldNum" sz="quarter" idx="12"/>
          </p:nvPr>
        </p:nvSpPr>
        <p:spPr/>
        <p:txBody>
          <a:bodyPr/>
          <a:lstStyle/>
          <a:p>
            <a:fld id="{8A54AEBF-454A-4A3D-B829-1294D683F816}" type="slidenum">
              <a:rPr lang="en-IN" smtClean="0"/>
              <a:t>‹#›</a:t>
            </a:fld>
            <a:endParaRPr lang="en-IN"/>
          </a:p>
        </p:txBody>
      </p:sp>
    </p:spTree>
    <p:extLst>
      <p:ext uri="{BB962C8B-B14F-4D97-AF65-F5344CB8AC3E}">
        <p14:creationId xmlns:p14="http://schemas.microsoft.com/office/powerpoint/2010/main" val="878448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A8EA5-AD6A-93F7-D2FF-9AD0BCB935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B4FBDB-35DC-4F80-3B80-923BCCB1AD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725D78-F3C2-30E9-667F-2FC4771859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73099B-8B3B-EADA-454D-927D2AAA87F5}"/>
              </a:ext>
            </a:extLst>
          </p:cNvPr>
          <p:cNvSpPr>
            <a:spLocks noGrp="1"/>
          </p:cNvSpPr>
          <p:nvPr>
            <p:ph type="dt" sz="half" idx="10"/>
          </p:nvPr>
        </p:nvSpPr>
        <p:spPr/>
        <p:txBody>
          <a:bodyPr/>
          <a:lstStyle/>
          <a:p>
            <a:fld id="{9C09577A-681A-488B-9276-6D26AE064E3D}" type="datetimeFigureOut">
              <a:rPr lang="en-IN" smtClean="0"/>
              <a:t>02-02-2026</a:t>
            </a:fld>
            <a:endParaRPr lang="en-IN"/>
          </a:p>
        </p:txBody>
      </p:sp>
      <p:sp>
        <p:nvSpPr>
          <p:cNvPr id="6" name="Footer Placeholder 5">
            <a:extLst>
              <a:ext uri="{FF2B5EF4-FFF2-40B4-BE49-F238E27FC236}">
                <a16:creationId xmlns:a16="http://schemas.microsoft.com/office/drawing/2014/main" id="{CD0B8CD1-82B9-BA0B-8BE4-B2E738B183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C49FD2-B523-D34D-1031-B54B07221E9F}"/>
              </a:ext>
            </a:extLst>
          </p:cNvPr>
          <p:cNvSpPr>
            <a:spLocks noGrp="1"/>
          </p:cNvSpPr>
          <p:nvPr>
            <p:ph type="sldNum" sz="quarter" idx="12"/>
          </p:nvPr>
        </p:nvSpPr>
        <p:spPr/>
        <p:txBody>
          <a:bodyPr/>
          <a:lstStyle/>
          <a:p>
            <a:fld id="{8A54AEBF-454A-4A3D-B829-1294D683F816}" type="slidenum">
              <a:rPr lang="en-IN" smtClean="0"/>
              <a:t>‹#›</a:t>
            </a:fld>
            <a:endParaRPr lang="en-IN"/>
          </a:p>
        </p:txBody>
      </p:sp>
    </p:spTree>
    <p:extLst>
      <p:ext uri="{BB962C8B-B14F-4D97-AF65-F5344CB8AC3E}">
        <p14:creationId xmlns:p14="http://schemas.microsoft.com/office/powerpoint/2010/main" val="3399404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87611-24E5-D1F4-D5E8-B35685A653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4459D06-827E-63E1-0809-CEBB9525CB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5A9E8F2-F0C5-9BEE-8165-EDE59E6A67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419415-A407-6874-EC72-36D5535B41E1}"/>
              </a:ext>
            </a:extLst>
          </p:cNvPr>
          <p:cNvSpPr>
            <a:spLocks noGrp="1"/>
          </p:cNvSpPr>
          <p:nvPr>
            <p:ph type="dt" sz="half" idx="10"/>
          </p:nvPr>
        </p:nvSpPr>
        <p:spPr/>
        <p:txBody>
          <a:bodyPr/>
          <a:lstStyle/>
          <a:p>
            <a:fld id="{9C09577A-681A-488B-9276-6D26AE064E3D}" type="datetimeFigureOut">
              <a:rPr lang="en-IN" smtClean="0"/>
              <a:t>02-02-2026</a:t>
            </a:fld>
            <a:endParaRPr lang="en-IN"/>
          </a:p>
        </p:txBody>
      </p:sp>
      <p:sp>
        <p:nvSpPr>
          <p:cNvPr id="6" name="Footer Placeholder 5">
            <a:extLst>
              <a:ext uri="{FF2B5EF4-FFF2-40B4-BE49-F238E27FC236}">
                <a16:creationId xmlns:a16="http://schemas.microsoft.com/office/drawing/2014/main" id="{A492588E-570D-D55B-8D31-6A48ECB981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68DCED-F2FD-6295-7033-22FFCBB71661}"/>
              </a:ext>
            </a:extLst>
          </p:cNvPr>
          <p:cNvSpPr>
            <a:spLocks noGrp="1"/>
          </p:cNvSpPr>
          <p:nvPr>
            <p:ph type="sldNum" sz="quarter" idx="12"/>
          </p:nvPr>
        </p:nvSpPr>
        <p:spPr/>
        <p:txBody>
          <a:bodyPr/>
          <a:lstStyle/>
          <a:p>
            <a:fld id="{8A54AEBF-454A-4A3D-B829-1294D683F816}" type="slidenum">
              <a:rPr lang="en-IN" smtClean="0"/>
              <a:t>‹#›</a:t>
            </a:fld>
            <a:endParaRPr lang="en-IN"/>
          </a:p>
        </p:txBody>
      </p:sp>
    </p:spTree>
    <p:extLst>
      <p:ext uri="{BB962C8B-B14F-4D97-AF65-F5344CB8AC3E}">
        <p14:creationId xmlns:p14="http://schemas.microsoft.com/office/powerpoint/2010/main" val="1525871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B6147-55C8-04D1-5479-6E7E39E57B2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3397AD-746E-DB81-2B57-0F7B210E2D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19502D-8C79-B559-FEF6-1ACE3F4F83F1}"/>
              </a:ext>
            </a:extLst>
          </p:cNvPr>
          <p:cNvSpPr>
            <a:spLocks noGrp="1"/>
          </p:cNvSpPr>
          <p:nvPr>
            <p:ph type="dt" sz="half" idx="10"/>
          </p:nvPr>
        </p:nvSpPr>
        <p:spPr/>
        <p:txBody>
          <a:bodyPr/>
          <a:lstStyle/>
          <a:p>
            <a:fld id="{9C09577A-681A-488B-9276-6D26AE064E3D}" type="datetimeFigureOut">
              <a:rPr lang="en-IN" smtClean="0"/>
              <a:t>02-02-2026</a:t>
            </a:fld>
            <a:endParaRPr lang="en-IN"/>
          </a:p>
        </p:txBody>
      </p:sp>
      <p:sp>
        <p:nvSpPr>
          <p:cNvPr id="5" name="Footer Placeholder 4">
            <a:extLst>
              <a:ext uri="{FF2B5EF4-FFF2-40B4-BE49-F238E27FC236}">
                <a16:creationId xmlns:a16="http://schemas.microsoft.com/office/drawing/2014/main" id="{09BEB3F7-FE7B-0C55-114E-1A1EDABEC5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F882FA-385A-819D-9765-B597A6F01792}"/>
              </a:ext>
            </a:extLst>
          </p:cNvPr>
          <p:cNvSpPr>
            <a:spLocks noGrp="1"/>
          </p:cNvSpPr>
          <p:nvPr>
            <p:ph type="sldNum" sz="quarter" idx="12"/>
          </p:nvPr>
        </p:nvSpPr>
        <p:spPr/>
        <p:txBody>
          <a:bodyPr/>
          <a:lstStyle/>
          <a:p>
            <a:fld id="{8A54AEBF-454A-4A3D-B829-1294D683F816}" type="slidenum">
              <a:rPr lang="en-IN" smtClean="0"/>
              <a:t>‹#›</a:t>
            </a:fld>
            <a:endParaRPr lang="en-IN"/>
          </a:p>
        </p:txBody>
      </p:sp>
    </p:spTree>
    <p:extLst>
      <p:ext uri="{BB962C8B-B14F-4D97-AF65-F5344CB8AC3E}">
        <p14:creationId xmlns:p14="http://schemas.microsoft.com/office/powerpoint/2010/main" val="4040509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F09A70-A15A-9F8C-B948-D83D8AD0C9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10C78D-9F7F-D284-720E-839E127321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6490A2-C6FC-5909-679F-A80EB7888951}"/>
              </a:ext>
            </a:extLst>
          </p:cNvPr>
          <p:cNvSpPr>
            <a:spLocks noGrp="1"/>
          </p:cNvSpPr>
          <p:nvPr>
            <p:ph type="dt" sz="half" idx="10"/>
          </p:nvPr>
        </p:nvSpPr>
        <p:spPr/>
        <p:txBody>
          <a:bodyPr/>
          <a:lstStyle/>
          <a:p>
            <a:fld id="{9C09577A-681A-488B-9276-6D26AE064E3D}" type="datetimeFigureOut">
              <a:rPr lang="en-IN" smtClean="0"/>
              <a:t>02-02-2026</a:t>
            </a:fld>
            <a:endParaRPr lang="en-IN"/>
          </a:p>
        </p:txBody>
      </p:sp>
      <p:sp>
        <p:nvSpPr>
          <p:cNvPr id="5" name="Footer Placeholder 4">
            <a:extLst>
              <a:ext uri="{FF2B5EF4-FFF2-40B4-BE49-F238E27FC236}">
                <a16:creationId xmlns:a16="http://schemas.microsoft.com/office/drawing/2014/main" id="{5E6B3F00-0C33-61CF-62F3-6368DB25F0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EE8CE6-B6FF-40C3-72D9-2C30ECED6186}"/>
              </a:ext>
            </a:extLst>
          </p:cNvPr>
          <p:cNvSpPr>
            <a:spLocks noGrp="1"/>
          </p:cNvSpPr>
          <p:nvPr>
            <p:ph type="sldNum" sz="quarter" idx="12"/>
          </p:nvPr>
        </p:nvSpPr>
        <p:spPr/>
        <p:txBody>
          <a:bodyPr/>
          <a:lstStyle/>
          <a:p>
            <a:fld id="{8A54AEBF-454A-4A3D-B829-1294D683F816}" type="slidenum">
              <a:rPr lang="en-IN" smtClean="0"/>
              <a:t>‹#›</a:t>
            </a:fld>
            <a:endParaRPr lang="en-IN"/>
          </a:p>
        </p:txBody>
      </p:sp>
    </p:spTree>
    <p:extLst>
      <p:ext uri="{BB962C8B-B14F-4D97-AF65-F5344CB8AC3E}">
        <p14:creationId xmlns:p14="http://schemas.microsoft.com/office/powerpoint/2010/main" val="1808964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E0FF25-8022-4385-42C9-24E590FCDB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4BE83D-1808-393E-C14E-E35687201B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B747E9-9773-EC93-81CF-D4EDB32403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09577A-681A-488B-9276-6D26AE064E3D}" type="datetimeFigureOut">
              <a:rPr lang="en-IN" smtClean="0"/>
              <a:t>02-02-2026</a:t>
            </a:fld>
            <a:endParaRPr lang="en-IN"/>
          </a:p>
        </p:txBody>
      </p:sp>
      <p:sp>
        <p:nvSpPr>
          <p:cNvPr id="5" name="Footer Placeholder 4">
            <a:extLst>
              <a:ext uri="{FF2B5EF4-FFF2-40B4-BE49-F238E27FC236}">
                <a16:creationId xmlns:a16="http://schemas.microsoft.com/office/drawing/2014/main" id="{7E9FE4F1-5F43-4082-92EB-67A33E3FD6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3A815C5-F039-8CE5-9AE2-3627A2B192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54AEBF-454A-4A3D-B829-1294D683F816}" type="slidenum">
              <a:rPr lang="en-IN" smtClean="0"/>
              <a:t>‹#›</a:t>
            </a:fld>
            <a:endParaRPr lang="en-IN"/>
          </a:p>
        </p:txBody>
      </p:sp>
    </p:spTree>
    <p:extLst>
      <p:ext uri="{BB962C8B-B14F-4D97-AF65-F5344CB8AC3E}">
        <p14:creationId xmlns:p14="http://schemas.microsoft.com/office/powerpoint/2010/main" val="1076525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2B204C-D810-A0FD-4EC3-1F740A78019D}"/>
              </a:ext>
            </a:extLst>
          </p:cNvPr>
          <p:cNvSpPr/>
          <p:nvPr/>
        </p:nvSpPr>
        <p:spPr>
          <a:xfrm>
            <a:off x="0" y="0"/>
            <a:ext cx="12192000" cy="6858000"/>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Freeform: Shape 2">
            <a:extLst>
              <a:ext uri="{FF2B5EF4-FFF2-40B4-BE49-F238E27FC236}">
                <a16:creationId xmlns:a16="http://schemas.microsoft.com/office/drawing/2014/main" id="{0102192B-C67B-58CA-A643-617CB75BF815}"/>
              </a:ext>
            </a:extLst>
          </p:cNvPr>
          <p:cNvSpPr/>
          <p:nvPr/>
        </p:nvSpPr>
        <p:spPr>
          <a:xfrm>
            <a:off x="1946948" y="1763868"/>
            <a:ext cx="1000842" cy="725967"/>
          </a:xfrm>
          <a:custGeom>
            <a:avLst/>
            <a:gdLst>
              <a:gd name="csX0" fmla="*/ 2172600 w 3015560"/>
              <a:gd name="csY0" fmla="*/ 0 h 2172600"/>
              <a:gd name="csX1" fmla="*/ 3015142 w 3015560"/>
              <a:gd name="csY1" fmla="*/ 1326926 h 2172600"/>
              <a:gd name="csX2" fmla="*/ 3015560 w 3015560"/>
              <a:gd name="csY2" fmla="*/ 1329640 h 2172600"/>
              <a:gd name="csX3" fmla="*/ 2818665 w 3015560"/>
              <a:gd name="csY3" fmla="*/ 1299310 h 2172600"/>
              <a:gd name="csX4" fmla="*/ 2172600 w 3015560"/>
              <a:gd name="csY4" fmla="*/ 1258200 h 2172600"/>
              <a:gd name="csX5" fmla="*/ 1526535 w 3015560"/>
              <a:gd name="csY5" fmla="*/ 1299310 h 2172600"/>
              <a:gd name="csX6" fmla="*/ 1329640 w 3015560"/>
              <a:gd name="csY6" fmla="*/ 1329640 h 2172600"/>
              <a:gd name="csX7" fmla="*/ 1326926 w 3015560"/>
              <a:gd name="csY7" fmla="*/ 1330058 h 2172600"/>
              <a:gd name="csX8" fmla="*/ 0 w 3015560"/>
              <a:gd name="csY8" fmla="*/ 2172600 h 2172600"/>
              <a:gd name="csX9" fmla="*/ 2172600 w 3015560"/>
              <a:gd name="csY9" fmla="*/ 0 h 217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15560" h="2172600">
                <a:moveTo>
                  <a:pt x="2172600" y="0"/>
                </a:moveTo>
                <a:cubicBezTo>
                  <a:pt x="2551357" y="0"/>
                  <a:pt x="2876329" y="547147"/>
                  <a:pt x="3015142" y="1326926"/>
                </a:cubicBezTo>
                <a:lnTo>
                  <a:pt x="3015560" y="1329640"/>
                </a:lnTo>
                <a:lnTo>
                  <a:pt x="2818665" y="1299310"/>
                </a:lnTo>
                <a:cubicBezTo>
                  <a:pt x="2614573" y="1272593"/>
                  <a:pt x="2397580" y="1258200"/>
                  <a:pt x="2172600" y="1258200"/>
                </a:cubicBezTo>
                <a:cubicBezTo>
                  <a:pt x="1947620" y="1258200"/>
                  <a:pt x="1730627" y="1272593"/>
                  <a:pt x="1526535" y="1299310"/>
                </a:cubicBezTo>
                <a:lnTo>
                  <a:pt x="1329640" y="1329640"/>
                </a:lnTo>
                <a:lnTo>
                  <a:pt x="1326926" y="1330058"/>
                </a:lnTo>
                <a:cubicBezTo>
                  <a:pt x="547147" y="1468872"/>
                  <a:pt x="0" y="1793843"/>
                  <a:pt x="0" y="2172600"/>
                </a:cubicBezTo>
                <a:cubicBezTo>
                  <a:pt x="0" y="972706"/>
                  <a:pt x="972706" y="0"/>
                  <a:pt x="2172600" y="0"/>
                </a:cubicBezTo>
                <a:close/>
              </a:path>
            </a:pathLst>
          </a:custGeom>
          <a:solidFill>
            <a:srgbClr val="FF9801"/>
          </a:solidFill>
          <a:effectLst>
            <a:innerShdw blurRad="381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 name="Freeform: Shape 3">
            <a:extLst>
              <a:ext uri="{FF2B5EF4-FFF2-40B4-BE49-F238E27FC236}">
                <a16:creationId xmlns:a16="http://schemas.microsoft.com/office/drawing/2014/main" id="{FC6CD675-87A6-BCE8-E079-2CDA44DB7650}"/>
              </a:ext>
            </a:extLst>
          </p:cNvPr>
          <p:cNvSpPr/>
          <p:nvPr/>
        </p:nvSpPr>
        <p:spPr>
          <a:xfrm>
            <a:off x="1943021" y="2208162"/>
            <a:ext cx="721070" cy="1007640"/>
          </a:xfrm>
          <a:custGeom>
            <a:avLst/>
            <a:gdLst>
              <a:gd name="csX0" fmla="*/ 1329640 w 2172600"/>
              <a:gd name="csY0" fmla="*/ 0 h 3015560"/>
              <a:gd name="csX1" fmla="*/ 1299310 w 2172600"/>
              <a:gd name="csY1" fmla="*/ 196895 h 3015560"/>
              <a:gd name="csX2" fmla="*/ 1258200 w 2172600"/>
              <a:gd name="csY2" fmla="*/ 842960 h 3015560"/>
              <a:gd name="csX3" fmla="*/ 1299310 w 2172600"/>
              <a:gd name="csY3" fmla="*/ 1489025 h 3015560"/>
              <a:gd name="csX4" fmla="*/ 1329640 w 2172600"/>
              <a:gd name="csY4" fmla="*/ 1685920 h 3015560"/>
              <a:gd name="csX5" fmla="*/ 1330058 w 2172600"/>
              <a:gd name="csY5" fmla="*/ 1688634 h 3015560"/>
              <a:gd name="csX6" fmla="*/ 2172600 w 2172600"/>
              <a:gd name="csY6" fmla="*/ 3015560 h 3015560"/>
              <a:gd name="csX7" fmla="*/ 0 w 2172600"/>
              <a:gd name="csY7" fmla="*/ 842960 h 3015560"/>
              <a:gd name="csX8" fmla="*/ 1326926 w 2172600"/>
              <a:gd name="csY8" fmla="*/ 418 h 3015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72600" h="3015560">
                <a:moveTo>
                  <a:pt x="1329640" y="0"/>
                </a:moveTo>
                <a:lnTo>
                  <a:pt x="1299310" y="196895"/>
                </a:lnTo>
                <a:cubicBezTo>
                  <a:pt x="1272593" y="400987"/>
                  <a:pt x="1258200" y="617980"/>
                  <a:pt x="1258200" y="842960"/>
                </a:cubicBezTo>
                <a:cubicBezTo>
                  <a:pt x="1258200" y="1067940"/>
                  <a:pt x="1272593" y="1284933"/>
                  <a:pt x="1299310" y="1489025"/>
                </a:cubicBezTo>
                <a:lnTo>
                  <a:pt x="1329640" y="1685920"/>
                </a:lnTo>
                <a:lnTo>
                  <a:pt x="1330058" y="1688634"/>
                </a:lnTo>
                <a:cubicBezTo>
                  <a:pt x="1468872" y="2468413"/>
                  <a:pt x="1793843" y="3015560"/>
                  <a:pt x="2172600" y="3015560"/>
                </a:cubicBezTo>
                <a:cubicBezTo>
                  <a:pt x="972706" y="3015560"/>
                  <a:pt x="0" y="2042854"/>
                  <a:pt x="0" y="842960"/>
                </a:cubicBezTo>
                <a:cubicBezTo>
                  <a:pt x="0" y="464203"/>
                  <a:pt x="547147" y="139232"/>
                  <a:pt x="1326926" y="418"/>
                </a:cubicBezTo>
                <a:close/>
              </a:path>
            </a:pathLst>
          </a:custGeom>
          <a:solidFill>
            <a:srgbClr val="92D050"/>
          </a:solidFill>
          <a:effectLst>
            <a:innerShdw blurRad="381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5" name="Freeform: Shape 4">
            <a:extLst>
              <a:ext uri="{FF2B5EF4-FFF2-40B4-BE49-F238E27FC236}">
                <a16:creationId xmlns:a16="http://schemas.microsoft.com/office/drawing/2014/main" id="{B1F3E6F0-3C84-6F0C-26FC-39C29368018D}"/>
              </a:ext>
            </a:extLst>
          </p:cNvPr>
          <p:cNvSpPr/>
          <p:nvPr/>
        </p:nvSpPr>
        <p:spPr>
          <a:xfrm>
            <a:off x="2666655" y="1751275"/>
            <a:ext cx="721070" cy="1007640"/>
          </a:xfrm>
          <a:custGeom>
            <a:avLst/>
            <a:gdLst>
              <a:gd name="csX0" fmla="*/ 0 w 2172600"/>
              <a:gd name="csY0" fmla="*/ 0 h 3015560"/>
              <a:gd name="csX1" fmla="*/ 2172600 w 2172600"/>
              <a:gd name="csY1" fmla="*/ 2172600 h 3015560"/>
              <a:gd name="csX2" fmla="*/ 845674 w 2172600"/>
              <a:gd name="csY2" fmla="*/ 3015142 h 3015560"/>
              <a:gd name="csX3" fmla="*/ 842960 w 2172600"/>
              <a:gd name="csY3" fmla="*/ 3015560 h 3015560"/>
              <a:gd name="csX4" fmla="*/ 873290 w 2172600"/>
              <a:gd name="csY4" fmla="*/ 2818665 h 3015560"/>
              <a:gd name="csX5" fmla="*/ 914400 w 2172600"/>
              <a:gd name="csY5" fmla="*/ 2172600 h 3015560"/>
              <a:gd name="csX6" fmla="*/ 873290 w 2172600"/>
              <a:gd name="csY6" fmla="*/ 1526535 h 3015560"/>
              <a:gd name="csX7" fmla="*/ 842960 w 2172600"/>
              <a:gd name="csY7" fmla="*/ 1329640 h 3015560"/>
              <a:gd name="csX8" fmla="*/ 842542 w 2172600"/>
              <a:gd name="csY8" fmla="*/ 1326926 h 3015560"/>
              <a:gd name="csX9" fmla="*/ 0 w 2172600"/>
              <a:gd name="csY9" fmla="*/ 0 h 3015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2600" h="3015560">
                <a:moveTo>
                  <a:pt x="0" y="0"/>
                </a:moveTo>
                <a:cubicBezTo>
                  <a:pt x="1199894" y="0"/>
                  <a:pt x="2172600" y="972706"/>
                  <a:pt x="2172600" y="2172600"/>
                </a:cubicBezTo>
                <a:cubicBezTo>
                  <a:pt x="2172600" y="2551357"/>
                  <a:pt x="1625453" y="2876329"/>
                  <a:pt x="845674" y="3015142"/>
                </a:cubicBezTo>
                <a:lnTo>
                  <a:pt x="842960" y="3015560"/>
                </a:lnTo>
                <a:lnTo>
                  <a:pt x="873290" y="2818665"/>
                </a:lnTo>
                <a:cubicBezTo>
                  <a:pt x="900008" y="2614573"/>
                  <a:pt x="914400" y="2397580"/>
                  <a:pt x="914400" y="2172600"/>
                </a:cubicBezTo>
                <a:cubicBezTo>
                  <a:pt x="914400" y="1947620"/>
                  <a:pt x="900008" y="1730627"/>
                  <a:pt x="873290" y="1526535"/>
                </a:cubicBezTo>
                <a:lnTo>
                  <a:pt x="842960" y="1329640"/>
                </a:lnTo>
                <a:lnTo>
                  <a:pt x="842542" y="1326926"/>
                </a:lnTo>
                <a:cubicBezTo>
                  <a:pt x="703729" y="547147"/>
                  <a:pt x="378757" y="0"/>
                  <a:pt x="0" y="0"/>
                </a:cubicBezTo>
                <a:close/>
              </a:path>
            </a:pathLst>
          </a:custGeom>
          <a:solidFill>
            <a:srgbClr val="92D050"/>
          </a:solidFill>
          <a:effectLst>
            <a:innerShdw blurRad="381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 name="Freeform: Shape 5">
            <a:extLst>
              <a:ext uri="{FF2B5EF4-FFF2-40B4-BE49-F238E27FC236}">
                <a16:creationId xmlns:a16="http://schemas.microsoft.com/office/drawing/2014/main" id="{F5DE1907-B5E2-6E09-BA6D-0BB148AFED0B}"/>
              </a:ext>
            </a:extLst>
          </p:cNvPr>
          <p:cNvSpPr/>
          <p:nvPr/>
        </p:nvSpPr>
        <p:spPr>
          <a:xfrm>
            <a:off x="2386883" y="2489835"/>
            <a:ext cx="1000842" cy="725967"/>
          </a:xfrm>
          <a:custGeom>
            <a:avLst/>
            <a:gdLst>
              <a:gd name="csX0" fmla="*/ 3015560 w 3015560"/>
              <a:gd name="csY0" fmla="*/ 0 h 2172600"/>
              <a:gd name="csX1" fmla="*/ 842960 w 3015560"/>
              <a:gd name="csY1" fmla="*/ 2172600 h 2172600"/>
              <a:gd name="csX2" fmla="*/ 418 w 3015560"/>
              <a:gd name="csY2" fmla="*/ 845674 h 2172600"/>
              <a:gd name="csX3" fmla="*/ 0 w 3015560"/>
              <a:gd name="csY3" fmla="*/ 842960 h 2172600"/>
              <a:gd name="csX4" fmla="*/ 196895 w 3015560"/>
              <a:gd name="csY4" fmla="*/ 873290 h 2172600"/>
              <a:gd name="csX5" fmla="*/ 842960 w 3015560"/>
              <a:gd name="csY5" fmla="*/ 914400 h 2172600"/>
              <a:gd name="csX6" fmla="*/ 1489025 w 3015560"/>
              <a:gd name="csY6" fmla="*/ 873290 h 2172600"/>
              <a:gd name="csX7" fmla="*/ 1685920 w 3015560"/>
              <a:gd name="csY7" fmla="*/ 842960 h 2172600"/>
              <a:gd name="csX8" fmla="*/ 1688634 w 3015560"/>
              <a:gd name="csY8" fmla="*/ 842542 h 2172600"/>
              <a:gd name="csX9" fmla="*/ 3015560 w 3015560"/>
              <a:gd name="csY9" fmla="*/ 0 h 217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15560" h="2172600">
                <a:moveTo>
                  <a:pt x="3015560" y="0"/>
                </a:moveTo>
                <a:cubicBezTo>
                  <a:pt x="3015560" y="1199894"/>
                  <a:pt x="2042854" y="2172600"/>
                  <a:pt x="842960" y="2172600"/>
                </a:cubicBezTo>
                <a:cubicBezTo>
                  <a:pt x="464203" y="2172600"/>
                  <a:pt x="139232" y="1625453"/>
                  <a:pt x="418" y="845674"/>
                </a:cubicBezTo>
                <a:lnTo>
                  <a:pt x="0" y="842960"/>
                </a:lnTo>
                <a:lnTo>
                  <a:pt x="196895" y="873290"/>
                </a:lnTo>
                <a:cubicBezTo>
                  <a:pt x="400987" y="900008"/>
                  <a:pt x="617980" y="914400"/>
                  <a:pt x="842960" y="914400"/>
                </a:cubicBezTo>
                <a:cubicBezTo>
                  <a:pt x="1067940" y="914400"/>
                  <a:pt x="1284933" y="900008"/>
                  <a:pt x="1489025" y="873290"/>
                </a:cubicBezTo>
                <a:lnTo>
                  <a:pt x="1685920" y="842960"/>
                </a:lnTo>
                <a:lnTo>
                  <a:pt x="1688634" y="842542"/>
                </a:lnTo>
                <a:cubicBezTo>
                  <a:pt x="2468413" y="703729"/>
                  <a:pt x="3015560" y="378757"/>
                  <a:pt x="3015560" y="0"/>
                </a:cubicBezTo>
                <a:close/>
              </a:path>
            </a:pathLst>
          </a:custGeom>
          <a:solidFill>
            <a:srgbClr val="FF9801"/>
          </a:solidFill>
          <a:effectLst>
            <a:innerShdw blurRad="381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 name="TextBox 6">
            <a:extLst>
              <a:ext uri="{FF2B5EF4-FFF2-40B4-BE49-F238E27FC236}">
                <a16:creationId xmlns:a16="http://schemas.microsoft.com/office/drawing/2014/main" id="{C0E72E92-0006-4764-6BCE-7CAB5A9784D7}"/>
              </a:ext>
            </a:extLst>
          </p:cNvPr>
          <p:cNvSpPr txBox="1"/>
          <p:nvPr/>
        </p:nvSpPr>
        <p:spPr>
          <a:xfrm>
            <a:off x="722397" y="1392833"/>
            <a:ext cx="1060762" cy="2215991"/>
          </a:xfrm>
          <a:prstGeom prst="rect">
            <a:avLst/>
          </a:prstGeom>
          <a:noFill/>
          <a:effectLst>
            <a:glow rad="101600">
              <a:schemeClr val="accent5">
                <a:satMod val="175000"/>
                <a:alpha val="40000"/>
              </a:schemeClr>
            </a:glow>
            <a:innerShdw blurRad="114300">
              <a:prstClr val="black"/>
            </a:innerShdw>
          </a:effectLst>
        </p:spPr>
        <p:txBody>
          <a:bodyPr wrap="square" rtlCol="0">
            <a:spAutoFit/>
          </a:bodyPr>
          <a:lstStyle/>
          <a:p>
            <a:r>
              <a:rPr lang="en-IN" sz="13800" dirty="0">
                <a:solidFill>
                  <a:srgbClr val="FF9801"/>
                </a:solidFill>
                <a:latin typeface="Lucida Bright" panose="02040602050505020304" pitchFamily="18" charset="0"/>
              </a:rPr>
              <a:t>C</a:t>
            </a:r>
          </a:p>
        </p:txBody>
      </p:sp>
      <p:sp>
        <p:nvSpPr>
          <p:cNvPr id="8" name="TextBox 7">
            <a:extLst>
              <a:ext uri="{FF2B5EF4-FFF2-40B4-BE49-F238E27FC236}">
                <a16:creationId xmlns:a16="http://schemas.microsoft.com/office/drawing/2014/main" id="{5F7DBFB1-1989-E14F-7973-CD961BF99A22}"/>
              </a:ext>
            </a:extLst>
          </p:cNvPr>
          <p:cNvSpPr txBox="1"/>
          <p:nvPr/>
        </p:nvSpPr>
        <p:spPr>
          <a:xfrm rot="20737592">
            <a:off x="5375094" y="1381837"/>
            <a:ext cx="929793" cy="2215991"/>
          </a:xfrm>
          <a:prstGeom prst="rect">
            <a:avLst/>
          </a:prstGeom>
          <a:noFill/>
        </p:spPr>
        <p:txBody>
          <a:bodyPr wrap="square" rtlCol="0">
            <a:spAutoFit/>
          </a:bodyPr>
          <a:lstStyle/>
          <a:p>
            <a:r>
              <a:rPr lang="en-IN" sz="13800" dirty="0">
                <a:solidFill>
                  <a:srgbClr val="FF9801"/>
                </a:solidFill>
                <a:latin typeface="Lucida Bright" panose="02040602050505020304" pitchFamily="18" charset="0"/>
              </a:rPr>
              <a:t>S</a:t>
            </a:r>
          </a:p>
        </p:txBody>
      </p:sp>
      <p:sp>
        <p:nvSpPr>
          <p:cNvPr id="9" name="TextBox 8">
            <a:extLst>
              <a:ext uri="{FF2B5EF4-FFF2-40B4-BE49-F238E27FC236}">
                <a16:creationId xmlns:a16="http://schemas.microsoft.com/office/drawing/2014/main" id="{7F73FCBD-9E66-8319-B96A-B85567FE6185}"/>
              </a:ext>
            </a:extLst>
          </p:cNvPr>
          <p:cNvSpPr txBox="1"/>
          <p:nvPr/>
        </p:nvSpPr>
        <p:spPr>
          <a:xfrm>
            <a:off x="4425297" y="1415488"/>
            <a:ext cx="1153126" cy="2281842"/>
          </a:xfrm>
          <a:prstGeom prst="rect">
            <a:avLst/>
          </a:prstGeom>
          <a:noFill/>
          <a:effectLst>
            <a:innerShdw blurRad="1155700">
              <a:prstClr val="black"/>
            </a:innerShdw>
          </a:effectLst>
        </p:spPr>
        <p:txBody>
          <a:bodyPr wrap="square" rtlCol="0">
            <a:spAutoFit/>
          </a:bodyPr>
          <a:lstStyle/>
          <a:p>
            <a:r>
              <a:rPr lang="en-IN" sz="13800" dirty="0">
                <a:solidFill>
                  <a:srgbClr val="FF9801"/>
                </a:solidFill>
                <a:latin typeface="Lucida Bright" panose="02040602050505020304" pitchFamily="18" charset="0"/>
              </a:rPr>
              <a:t>E</a:t>
            </a:r>
          </a:p>
        </p:txBody>
      </p:sp>
      <p:sp>
        <p:nvSpPr>
          <p:cNvPr id="10" name="TextBox 9">
            <a:extLst>
              <a:ext uri="{FF2B5EF4-FFF2-40B4-BE49-F238E27FC236}">
                <a16:creationId xmlns:a16="http://schemas.microsoft.com/office/drawing/2014/main" id="{944AD2A9-18A3-E348-4AF5-46966E818A91}"/>
              </a:ext>
            </a:extLst>
          </p:cNvPr>
          <p:cNvSpPr txBox="1"/>
          <p:nvPr/>
        </p:nvSpPr>
        <p:spPr>
          <a:xfrm>
            <a:off x="3249830" y="1381838"/>
            <a:ext cx="1449615" cy="2215991"/>
          </a:xfrm>
          <a:prstGeom prst="rect">
            <a:avLst/>
          </a:prstGeom>
          <a:noFill/>
        </p:spPr>
        <p:txBody>
          <a:bodyPr wrap="square" rtlCol="0">
            <a:spAutoFit/>
          </a:bodyPr>
          <a:lstStyle/>
          <a:p>
            <a:r>
              <a:rPr lang="en-IN" sz="13800" dirty="0">
                <a:solidFill>
                  <a:srgbClr val="FF9801"/>
                </a:solidFill>
                <a:latin typeface="Lucida Bright" panose="02040602050505020304" pitchFamily="18" charset="0"/>
              </a:rPr>
              <a:t>D</a:t>
            </a:r>
          </a:p>
        </p:txBody>
      </p:sp>
      <p:sp>
        <p:nvSpPr>
          <p:cNvPr id="11" name="TextBox 10">
            <a:extLst>
              <a:ext uri="{FF2B5EF4-FFF2-40B4-BE49-F238E27FC236}">
                <a16:creationId xmlns:a16="http://schemas.microsoft.com/office/drawing/2014/main" id="{909D49BE-1629-D0B4-04D1-F10A6029DFA8}"/>
              </a:ext>
            </a:extLst>
          </p:cNvPr>
          <p:cNvSpPr txBox="1"/>
          <p:nvPr/>
        </p:nvSpPr>
        <p:spPr>
          <a:xfrm rot="20483125">
            <a:off x="8360377" y="1279631"/>
            <a:ext cx="1799303" cy="2215991"/>
          </a:xfrm>
          <a:prstGeom prst="rect">
            <a:avLst/>
          </a:prstGeom>
          <a:noFill/>
        </p:spPr>
        <p:txBody>
          <a:bodyPr wrap="square" rtlCol="0">
            <a:spAutoFit/>
          </a:bodyPr>
          <a:lstStyle/>
          <a:p>
            <a:r>
              <a:rPr lang="en-IN" sz="13800" dirty="0">
                <a:solidFill>
                  <a:srgbClr val="FF9801"/>
                </a:solidFill>
                <a:latin typeface="Lucida Bright" panose="02040602050505020304" pitchFamily="18" charset="0"/>
              </a:rPr>
              <a:t>S</a:t>
            </a:r>
          </a:p>
        </p:txBody>
      </p:sp>
      <p:sp>
        <p:nvSpPr>
          <p:cNvPr id="12" name="TextBox 11">
            <a:extLst>
              <a:ext uri="{FF2B5EF4-FFF2-40B4-BE49-F238E27FC236}">
                <a16:creationId xmlns:a16="http://schemas.microsoft.com/office/drawing/2014/main" id="{D5699116-377B-65AB-2B27-32A85F3CE259}"/>
              </a:ext>
            </a:extLst>
          </p:cNvPr>
          <p:cNvSpPr txBox="1"/>
          <p:nvPr/>
        </p:nvSpPr>
        <p:spPr>
          <a:xfrm>
            <a:off x="7204756" y="1392832"/>
            <a:ext cx="1799303" cy="2215991"/>
          </a:xfrm>
          <a:prstGeom prst="rect">
            <a:avLst/>
          </a:prstGeom>
          <a:noFill/>
        </p:spPr>
        <p:txBody>
          <a:bodyPr wrap="square" rtlCol="0">
            <a:spAutoFit/>
          </a:bodyPr>
          <a:lstStyle/>
          <a:p>
            <a:r>
              <a:rPr lang="en-IN" sz="13800" dirty="0">
                <a:solidFill>
                  <a:srgbClr val="FF9801"/>
                </a:solidFill>
                <a:latin typeface="Lucida Bright" panose="02040602050505020304" pitchFamily="18" charset="0"/>
              </a:rPr>
              <a:t>N</a:t>
            </a:r>
          </a:p>
        </p:txBody>
      </p:sp>
      <p:sp>
        <p:nvSpPr>
          <p:cNvPr id="13" name="TextBox 12">
            <a:extLst>
              <a:ext uri="{FF2B5EF4-FFF2-40B4-BE49-F238E27FC236}">
                <a16:creationId xmlns:a16="http://schemas.microsoft.com/office/drawing/2014/main" id="{9F6847FA-C135-B884-F58D-7690ADDB3803}"/>
              </a:ext>
            </a:extLst>
          </p:cNvPr>
          <p:cNvSpPr txBox="1"/>
          <p:nvPr/>
        </p:nvSpPr>
        <p:spPr>
          <a:xfrm>
            <a:off x="6277045" y="1398662"/>
            <a:ext cx="1799303" cy="2215991"/>
          </a:xfrm>
          <a:prstGeom prst="rect">
            <a:avLst/>
          </a:prstGeom>
          <a:noFill/>
        </p:spPr>
        <p:txBody>
          <a:bodyPr wrap="square" rtlCol="0">
            <a:spAutoFit/>
          </a:bodyPr>
          <a:lstStyle/>
          <a:p>
            <a:r>
              <a:rPr lang="en-IN" sz="13800" dirty="0">
                <a:solidFill>
                  <a:srgbClr val="FF9801"/>
                </a:solidFill>
                <a:latin typeface="Lucida Bright" panose="02040602050505020304" pitchFamily="18" charset="0"/>
              </a:rPr>
              <a:t>E</a:t>
            </a:r>
          </a:p>
        </p:txBody>
      </p:sp>
      <p:sp>
        <p:nvSpPr>
          <p:cNvPr id="14" name="TextBox 13">
            <a:extLst>
              <a:ext uri="{FF2B5EF4-FFF2-40B4-BE49-F238E27FC236}">
                <a16:creationId xmlns:a16="http://schemas.microsoft.com/office/drawing/2014/main" id="{CE44AD66-6D83-B12A-EE5D-6ADCBA5B96BC}"/>
              </a:ext>
            </a:extLst>
          </p:cNvPr>
          <p:cNvSpPr txBox="1"/>
          <p:nvPr/>
        </p:nvSpPr>
        <p:spPr>
          <a:xfrm>
            <a:off x="9253304" y="1415487"/>
            <a:ext cx="1799303" cy="2215991"/>
          </a:xfrm>
          <a:prstGeom prst="rect">
            <a:avLst/>
          </a:prstGeom>
          <a:noFill/>
        </p:spPr>
        <p:txBody>
          <a:bodyPr wrap="square" rtlCol="0">
            <a:spAutoFit/>
          </a:bodyPr>
          <a:lstStyle/>
          <a:p>
            <a:r>
              <a:rPr lang="en-IN" sz="13800" dirty="0">
                <a:solidFill>
                  <a:srgbClr val="FF9801"/>
                </a:solidFill>
                <a:latin typeface="Lucida Bright" panose="02040602050505020304" pitchFamily="18" charset="0"/>
              </a:rPr>
              <a:t>E</a:t>
            </a:r>
          </a:p>
        </p:txBody>
      </p:sp>
      <p:sp>
        <p:nvSpPr>
          <p:cNvPr id="15" name="TextBox 14">
            <a:extLst>
              <a:ext uri="{FF2B5EF4-FFF2-40B4-BE49-F238E27FC236}">
                <a16:creationId xmlns:a16="http://schemas.microsoft.com/office/drawing/2014/main" id="{EC5E83B6-49E6-94FA-087B-152A9BBF9FA3}"/>
              </a:ext>
            </a:extLst>
          </p:cNvPr>
          <p:cNvSpPr txBox="1"/>
          <p:nvPr/>
        </p:nvSpPr>
        <p:spPr>
          <a:xfrm>
            <a:off x="5781598" y="3491781"/>
            <a:ext cx="6943411" cy="523220"/>
          </a:xfrm>
          <a:prstGeom prst="rect">
            <a:avLst/>
          </a:prstGeom>
          <a:noFill/>
        </p:spPr>
        <p:txBody>
          <a:bodyPr wrap="square" rtlCol="0">
            <a:spAutoFit/>
          </a:bodyPr>
          <a:lstStyle/>
          <a:p>
            <a:r>
              <a:rPr lang="en-IN" sz="2800" dirty="0">
                <a:solidFill>
                  <a:schemeClr val="bg2">
                    <a:lumMod val="90000"/>
                  </a:schemeClr>
                </a:solidFill>
                <a:latin typeface="Lucida Bright" panose="02040602050505020304" pitchFamily="18" charset="0"/>
              </a:rPr>
              <a:t>- An AI Based Java Code </a:t>
            </a:r>
            <a:r>
              <a:rPr lang="en-IN" sz="2800" dirty="0" err="1">
                <a:solidFill>
                  <a:schemeClr val="bg2">
                    <a:lumMod val="90000"/>
                  </a:schemeClr>
                </a:solidFill>
                <a:latin typeface="Lucida Bright" panose="02040602050505020304" pitchFamily="18" charset="0"/>
              </a:rPr>
              <a:t>Analyzser</a:t>
            </a:r>
            <a:endParaRPr lang="en-IN" sz="2800" dirty="0">
              <a:solidFill>
                <a:schemeClr val="bg2">
                  <a:lumMod val="90000"/>
                </a:schemeClr>
              </a:solidFill>
              <a:latin typeface="Lucida Bright" panose="02040602050505020304" pitchFamily="18" charset="0"/>
            </a:endParaRPr>
          </a:p>
        </p:txBody>
      </p:sp>
      <p:sp>
        <p:nvSpPr>
          <p:cNvPr id="16" name="TextBox 15">
            <a:extLst>
              <a:ext uri="{FF2B5EF4-FFF2-40B4-BE49-F238E27FC236}">
                <a16:creationId xmlns:a16="http://schemas.microsoft.com/office/drawing/2014/main" id="{57DCB9DA-C975-9FA0-CEAA-0F80246744B8}"/>
              </a:ext>
            </a:extLst>
          </p:cNvPr>
          <p:cNvSpPr txBox="1"/>
          <p:nvPr/>
        </p:nvSpPr>
        <p:spPr>
          <a:xfrm>
            <a:off x="8490857" y="5136847"/>
            <a:ext cx="3567165" cy="1477328"/>
          </a:xfrm>
          <a:prstGeom prst="rect">
            <a:avLst/>
          </a:prstGeom>
          <a:noFill/>
        </p:spPr>
        <p:txBody>
          <a:bodyPr wrap="square" rtlCol="0">
            <a:spAutoFit/>
          </a:bodyPr>
          <a:lstStyle/>
          <a:p>
            <a:r>
              <a:rPr lang="en-IN" b="1" dirty="0">
                <a:solidFill>
                  <a:srgbClr val="00B0F0"/>
                </a:solidFill>
              </a:rPr>
              <a:t>Presented by :</a:t>
            </a:r>
          </a:p>
          <a:p>
            <a:pPr marL="342900" indent="-342900">
              <a:buAutoNum type="arabicPeriod"/>
            </a:pPr>
            <a:r>
              <a:rPr lang="en-IN" dirty="0">
                <a:solidFill>
                  <a:schemeClr val="bg1"/>
                </a:solidFill>
              </a:rPr>
              <a:t>N Sai Gayatri    -  23AG1A67B1 </a:t>
            </a:r>
          </a:p>
          <a:p>
            <a:pPr marL="342900" indent="-342900">
              <a:buAutoNum type="arabicPeriod"/>
            </a:pPr>
            <a:r>
              <a:rPr lang="en-IN" dirty="0">
                <a:solidFill>
                  <a:schemeClr val="bg1"/>
                </a:solidFill>
              </a:rPr>
              <a:t>G Sathish          -  24AG5A6706</a:t>
            </a:r>
          </a:p>
          <a:p>
            <a:pPr marL="342900" indent="-342900">
              <a:buAutoNum type="arabicPeriod"/>
            </a:pPr>
            <a:r>
              <a:rPr lang="en-IN" dirty="0">
                <a:solidFill>
                  <a:schemeClr val="bg1"/>
                </a:solidFill>
              </a:rPr>
              <a:t>E Pranusha       -  23AG1A6784</a:t>
            </a:r>
          </a:p>
          <a:p>
            <a:pPr marL="342900" indent="-342900">
              <a:buAutoNum type="arabicPeriod"/>
            </a:pPr>
            <a:r>
              <a:rPr lang="en-IN" dirty="0">
                <a:solidFill>
                  <a:schemeClr val="bg1"/>
                </a:solidFill>
              </a:rPr>
              <a:t>D Arjun Yadav  -  23AG1A6772</a:t>
            </a:r>
          </a:p>
        </p:txBody>
      </p:sp>
      <p:sp>
        <p:nvSpPr>
          <p:cNvPr id="17" name="TextBox 16">
            <a:extLst>
              <a:ext uri="{FF2B5EF4-FFF2-40B4-BE49-F238E27FC236}">
                <a16:creationId xmlns:a16="http://schemas.microsoft.com/office/drawing/2014/main" id="{4D7E7FC5-940C-50B3-C90B-2494C7B01618}"/>
              </a:ext>
            </a:extLst>
          </p:cNvPr>
          <p:cNvSpPr txBox="1"/>
          <p:nvPr/>
        </p:nvSpPr>
        <p:spPr>
          <a:xfrm>
            <a:off x="722397" y="5549423"/>
            <a:ext cx="3406391" cy="923330"/>
          </a:xfrm>
          <a:prstGeom prst="rect">
            <a:avLst/>
          </a:prstGeom>
          <a:noFill/>
        </p:spPr>
        <p:txBody>
          <a:bodyPr wrap="square" rtlCol="0">
            <a:spAutoFit/>
          </a:bodyPr>
          <a:lstStyle/>
          <a:p>
            <a:r>
              <a:rPr lang="en-IN" b="1" dirty="0">
                <a:solidFill>
                  <a:srgbClr val="FFFF00"/>
                </a:solidFill>
              </a:rPr>
              <a:t>Internal Guide:</a:t>
            </a:r>
            <a:br>
              <a:rPr lang="en-IN" dirty="0"/>
            </a:br>
            <a:r>
              <a:rPr lang="en-IN" b="1" dirty="0">
                <a:solidFill>
                  <a:schemeClr val="bg2"/>
                </a:solidFill>
              </a:rPr>
              <a:t>Mrs. P. Saritha</a:t>
            </a:r>
            <a:br>
              <a:rPr lang="en-IN" dirty="0"/>
            </a:br>
            <a:r>
              <a:rPr lang="en-IN" dirty="0">
                <a:solidFill>
                  <a:schemeClr val="bg2"/>
                </a:solidFill>
              </a:rPr>
              <a:t>(Assistant Professor)</a:t>
            </a:r>
            <a:endParaRPr lang="en-IN" dirty="0"/>
          </a:p>
        </p:txBody>
      </p:sp>
      <p:pic>
        <p:nvPicPr>
          <p:cNvPr id="19" name="Google Shape;90;p13">
            <a:extLst>
              <a:ext uri="{FF2B5EF4-FFF2-40B4-BE49-F238E27FC236}">
                <a16:creationId xmlns:a16="http://schemas.microsoft.com/office/drawing/2014/main" id="{A8CA3EDC-1BFB-9DE6-0891-35B2673E493C}"/>
              </a:ext>
            </a:extLst>
          </p:cNvPr>
          <p:cNvPicPr preferRelativeResize="0"/>
          <p:nvPr/>
        </p:nvPicPr>
        <p:blipFill rotWithShape="1">
          <a:blip r:embed="rId2">
            <a:alphaModFix/>
          </a:blip>
          <a:srcRect/>
          <a:stretch/>
        </p:blipFill>
        <p:spPr>
          <a:xfrm>
            <a:off x="8442992" y="-10126"/>
            <a:ext cx="542605" cy="472820"/>
          </a:xfrm>
          <a:prstGeom prst="rect">
            <a:avLst/>
          </a:prstGeom>
          <a:noFill/>
          <a:ln>
            <a:noFill/>
          </a:ln>
        </p:spPr>
      </p:pic>
      <p:pic>
        <p:nvPicPr>
          <p:cNvPr id="20" name="Google Shape;91;p13">
            <a:extLst>
              <a:ext uri="{FF2B5EF4-FFF2-40B4-BE49-F238E27FC236}">
                <a16:creationId xmlns:a16="http://schemas.microsoft.com/office/drawing/2014/main" id="{3B234775-6727-4A3D-B56A-AF7AEAD0D780}"/>
              </a:ext>
            </a:extLst>
          </p:cNvPr>
          <p:cNvPicPr preferRelativeResize="0"/>
          <p:nvPr/>
        </p:nvPicPr>
        <p:blipFill rotWithShape="1">
          <a:blip r:embed="rId3">
            <a:alphaModFix/>
          </a:blip>
          <a:srcRect/>
          <a:stretch/>
        </p:blipFill>
        <p:spPr>
          <a:xfrm>
            <a:off x="8976001" y="-5244"/>
            <a:ext cx="494338" cy="472820"/>
          </a:xfrm>
          <a:prstGeom prst="rect">
            <a:avLst/>
          </a:prstGeom>
          <a:noFill/>
          <a:ln>
            <a:noFill/>
          </a:ln>
        </p:spPr>
      </p:pic>
      <p:pic>
        <p:nvPicPr>
          <p:cNvPr id="21" name="Google Shape;92;p13">
            <a:extLst>
              <a:ext uri="{FF2B5EF4-FFF2-40B4-BE49-F238E27FC236}">
                <a16:creationId xmlns:a16="http://schemas.microsoft.com/office/drawing/2014/main" id="{58194BAF-E8A6-8F01-FE2E-9A195369043D}"/>
              </a:ext>
            </a:extLst>
          </p:cNvPr>
          <p:cNvPicPr preferRelativeResize="0"/>
          <p:nvPr/>
        </p:nvPicPr>
        <p:blipFill rotWithShape="1">
          <a:blip r:embed="rId4">
            <a:alphaModFix/>
          </a:blip>
          <a:srcRect/>
          <a:stretch/>
        </p:blipFill>
        <p:spPr>
          <a:xfrm>
            <a:off x="9470338" y="-363"/>
            <a:ext cx="621628" cy="472821"/>
          </a:xfrm>
          <a:prstGeom prst="rect">
            <a:avLst/>
          </a:prstGeom>
          <a:noFill/>
          <a:ln>
            <a:noFill/>
          </a:ln>
        </p:spPr>
      </p:pic>
      <p:pic>
        <p:nvPicPr>
          <p:cNvPr id="22" name="Google Shape;93;p13">
            <a:extLst>
              <a:ext uri="{FF2B5EF4-FFF2-40B4-BE49-F238E27FC236}">
                <a16:creationId xmlns:a16="http://schemas.microsoft.com/office/drawing/2014/main" id="{B3EA91A9-DEB6-190B-439C-C3D8C1F38E2F}"/>
              </a:ext>
            </a:extLst>
          </p:cNvPr>
          <p:cNvPicPr preferRelativeResize="0"/>
          <p:nvPr/>
        </p:nvPicPr>
        <p:blipFill rotWithShape="1">
          <a:blip r:embed="rId5">
            <a:alphaModFix/>
          </a:blip>
          <a:srcRect/>
          <a:stretch/>
        </p:blipFill>
        <p:spPr>
          <a:xfrm>
            <a:off x="10091966" y="-30399"/>
            <a:ext cx="814613" cy="507738"/>
          </a:xfrm>
          <a:prstGeom prst="rect">
            <a:avLst/>
          </a:prstGeom>
          <a:noFill/>
          <a:ln>
            <a:noFill/>
          </a:ln>
        </p:spPr>
      </p:pic>
      <p:pic>
        <p:nvPicPr>
          <p:cNvPr id="23" name="Google Shape;94;p13">
            <a:extLst>
              <a:ext uri="{FF2B5EF4-FFF2-40B4-BE49-F238E27FC236}">
                <a16:creationId xmlns:a16="http://schemas.microsoft.com/office/drawing/2014/main" id="{77EF1DC2-B6C7-4E8C-64C4-A3DAEF58595C}"/>
              </a:ext>
            </a:extLst>
          </p:cNvPr>
          <p:cNvPicPr preferRelativeResize="0"/>
          <p:nvPr/>
        </p:nvPicPr>
        <p:blipFill rotWithShape="1">
          <a:blip r:embed="rId6">
            <a:alphaModFix/>
          </a:blip>
          <a:srcRect/>
          <a:stretch/>
        </p:blipFill>
        <p:spPr>
          <a:xfrm>
            <a:off x="10906579" y="-363"/>
            <a:ext cx="641702" cy="488375"/>
          </a:xfrm>
          <a:prstGeom prst="rect">
            <a:avLst/>
          </a:prstGeom>
          <a:noFill/>
          <a:ln>
            <a:noFill/>
          </a:ln>
        </p:spPr>
      </p:pic>
      <p:pic>
        <p:nvPicPr>
          <p:cNvPr id="31" name="Picture 30">
            <a:extLst>
              <a:ext uri="{FF2B5EF4-FFF2-40B4-BE49-F238E27FC236}">
                <a16:creationId xmlns:a16="http://schemas.microsoft.com/office/drawing/2014/main" id="{8EB88D39-E5FB-568F-28F3-F5A516F0EA88}"/>
              </a:ext>
            </a:extLst>
          </p:cNvPr>
          <p:cNvPicPr>
            <a:picLocks noChangeAspect="1"/>
          </p:cNvPicPr>
          <p:nvPr/>
        </p:nvPicPr>
        <p:blipFill>
          <a:blip r:embed="rId7"/>
          <a:stretch>
            <a:fillRect/>
          </a:stretch>
        </p:blipFill>
        <p:spPr>
          <a:xfrm>
            <a:off x="3911133" y="215523"/>
            <a:ext cx="1119486" cy="1132503"/>
          </a:xfrm>
          <a:prstGeom prst="rect">
            <a:avLst/>
          </a:prstGeom>
          <a:ln>
            <a:noFill/>
          </a:ln>
          <a:effectLst>
            <a:softEdge rad="112500"/>
          </a:effectLst>
        </p:spPr>
      </p:pic>
      <p:pic>
        <p:nvPicPr>
          <p:cNvPr id="35" name="Picture 34">
            <a:extLst>
              <a:ext uri="{FF2B5EF4-FFF2-40B4-BE49-F238E27FC236}">
                <a16:creationId xmlns:a16="http://schemas.microsoft.com/office/drawing/2014/main" id="{99E2F14E-A16B-388F-56C7-629ECBEEF313}"/>
              </a:ext>
            </a:extLst>
          </p:cNvPr>
          <p:cNvPicPr>
            <a:picLocks noChangeAspect="1"/>
          </p:cNvPicPr>
          <p:nvPr/>
        </p:nvPicPr>
        <p:blipFill>
          <a:blip r:embed="rId8"/>
          <a:stretch>
            <a:fillRect/>
          </a:stretch>
        </p:blipFill>
        <p:spPr>
          <a:xfrm>
            <a:off x="5154904" y="118166"/>
            <a:ext cx="2680192" cy="1407062"/>
          </a:xfrm>
          <a:prstGeom prst="rect">
            <a:avLst/>
          </a:prstGeom>
          <a:ln>
            <a:noFill/>
          </a:ln>
          <a:effectLst>
            <a:softEdge rad="112500"/>
          </a:effectLst>
        </p:spPr>
      </p:pic>
    </p:spTree>
    <p:extLst>
      <p:ext uri="{BB962C8B-B14F-4D97-AF65-F5344CB8AC3E}">
        <p14:creationId xmlns:p14="http://schemas.microsoft.com/office/powerpoint/2010/main" val="350334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2"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1+#ppt_w/2"/>
                                          </p:val>
                                        </p:tav>
                                        <p:tav tm="100000">
                                          <p:val>
                                            <p:strVal val="#ppt_x"/>
                                          </p:val>
                                        </p:tav>
                                      </p:tavLst>
                                    </p:anim>
                                    <p:anim calcmode="lin" valueType="num">
                                      <p:cBhvr additive="base">
                                        <p:cTn id="16" dur="500" fill="hold"/>
                                        <p:tgtEl>
                                          <p:spTgt spid="5"/>
                                        </p:tgtEl>
                                        <p:attrNameLst>
                                          <p:attrName>ppt_y</p:attrName>
                                        </p:attrNameLst>
                                      </p:cBhvr>
                                      <p:tavLst>
                                        <p:tav tm="0">
                                          <p:val>
                                            <p:strVal val="0-#ppt_h/2"/>
                                          </p:val>
                                        </p:tav>
                                        <p:tav tm="100000">
                                          <p:val>
                                            <p:strVal val="#ppt_y"/>
                                          </p:val>
                                        </p:tav>
                                      </p:tavLst>
                                    </p:anim>
                                  </p:childTnLst>
                                </p:cTn>
                              </p:par>
                              <p:par>
                                <p:cTn id="17" presetID="2" presetClass="entr" presetSubtype="6"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9" fill="hold" grpId="1"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0-#ppt_w/2"/>
                                          </p:val>
                                        </p:tav>
                                        <p:tav tm="100000">
                                          <p:val>
                                            <p:strVal val="#ppt_x"/>
                                          </p:val>
                                        </p:tav>
                                      </p:tavLst>
                                    </p:anim>
                                    <p:anim calcmode="lin" valueType="num">
                                      <p:cBhvr additive="base">
                                        <p:cTn id="24" dur="500" fill="hold"/>
                                        <p:tgtEl>
                                          <p:spTgt spid="3"/>
                                        </p:tgtEl>
                                        <p:attrNameLst>
                                          <p:attrName>ppt_y</p:attrName>
                                        </p:attrNameLst>
                                      </p:cBhvr>
                                      <p:tavLst>
                                        <p:tav tm="0">
                                          <p:val>
                                            <p:strVal val="0-#ppt_h/2"/>
                                          </p:val>
                                        </p:tav>
                                        <p:tav tm="100000">
                                          <p:val>
                                            <p:strVal val="#ppt_y"/>
                                          </p:val>
                                        </p:tav>
                                      </p:tavLst>
                                    </p:anim>
                                  </p:childTnLst>
                                </p:cTn>
                              </p:par>
                              <p:par>
                                <p:cTn id="25" presetID="2" presetClass="entr" presetSubtype="12" fill="hold" grpId="1"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0-#ppt_w/2"/>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par>
                                <p:cTn id="29" presetID="2" presetClass="entr" presetSubtype="3" fill="hold" grpId="1" nodeType="with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1+#ppt_w/2"/>
                                          </p:val>
                                        </p:tav>
                                        <p:tav tm="100000">
                                          <p:val>
                                            <p:strVal val="#ppt_x"/>
                                          </p:val>
                                        </p:tav>
                                      </p:tavLst>
                                    </p:anim>
                                    <p:anim calcmode="lin" valueType="num">
                                      <p:cBhvr additive="base">
                                        <p:cTn id="32" dur="500" fill="hold"/>
                                        <p:tgtEl>
                                          <p:spTgt spid="5"/>
                                        </p:tgtEl>
                                        <p:attrNameLst>
                                          <p:attrName>ppt_y</p:attrName>
                                        </p:attrNameLst>
                                      </p:cBhvr>
                                      <p:tavLst>
                                        <p:tav tm="0">
                                          <p:val>
                                            <p:strVal val="0-#ppt_h/2"/>
                                          </p:val>
                                        </p:tav>
                                        <p:tav tm="100000">
                                          <p:val>
                                            <p:strVal val="#ppt_y"/>
                                          </p:val>
                                        </p:tav>
                                      </p:tavLst>
                                    </p:anim>
                                  </p:childTnLst>
                                </p:cTn>
                              </p:par>
                              <p:par>
                                <p:cTn id="33" presetID="2" presetClass="entr" presetSubtype="6" fill="hold" grpId="1" nodeType="with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1+#ppt_w/2"/>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10"/>
                                  </p:stCondLst>
                                  <p:childTnLst>
                                    <p:set>
                                      <p:cBhvr>
                                        <p:cTn id="40" dur="1" fill="hold">
                                          <p:stCondLst>
                                            <p:cond delay="0"/>
                                          </p:stCondLst>
                                        </p:cTn>
                                        <p:tgtEl>
                                          <p:spTgt spid="7">
                                            <p:txEl>
                                              <p:pRg st="0" end="0"/>
                                            </p:txEl>
                                          </p:spTgt>
                                        </p:tgtEl>
                                        <p:attrNameLst>
                                          <p:attrName>style.visibility</p:attrName>
                                        </p:attrNameLst>
                                      </p:cBhvr>
                                      <p:to>
                                        <p:strVal val="visible"/>
                                      </p:to>
                                    </p:set>
                                    <p:animEffect transition="in" filter="fade">
                                      <p:cBhvr>
                                        <p:cTn id="41" dur="500"/>
                                        <p:tgtEl>
                                          <p:spTgt spid="7">
                                            <p:txEl>
                                              <p:pRg st="0" end="0"/>
                                            </p:txEl>
                                          </p:spTgt>
                                        </p:tgtEl>
                                      </p:cBhvr>
                                    </p:animEffect>
                                  </p:childTnLst>
                                </p:cTn>
                              </p:par>
                              <p:par>
                                <p:cTn id="42" presetID="10" presetClass="entr" presetSubtype="0" fill="hold" grpId="0" nodeType="withEffect">
                                  <p:stCondLst>
                                    <p:cond delay="2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10" presetClass="entr" presetSubtype="0" fill="hold" grpId="0" nodeType="withEffect">
                                  <p:stCondLst>
                                    <p:cond delay="3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par>
                                <p:cTn id="48" presetID="10" presetClass="entr" presetSubtype="0" fill="hold" grpId="0" nodeType="withEffect">
                                  <p:stCondLst>
                                    <p:cond delay="4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p:tgtEl>
                                          <p:spTgt spid="8"/>
                                        </p:tgtEl>
                                      </p:cBhvr>
                                    </p:animEffect>
                                  </p:childTnLst>
                                </p:cTn>
                              </p:par>
                              <p:par>
                                <p:cTn id="51" presetID="10" presetClass="entr" presetSubtype="0" fill="hold" grpId="0" nodeType="withEffect">
                                  <p:stCondLst>
                                    <p:cond delay="5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00"/>
                                        <p:tgtEl>
                                          <p:spTgt spid="13"/>
                                        </p:tgtEl>
                                      </p:cBhvr>
                                    </p:animEffect>
                                  </p:childTnLst>
                                </p:cTn>
                              </p:par>
                              <p:par>
                                <p:cTn id="54" presetID="10" presetClass="entr" presetSubtype="0" fill="hold" grpId="0" nodeType="withEffect">
                                  <p:stCondLst>
                                    <p:cond delay="6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childTnLst>
                                </p:cTn>
                              </p:par>
                              <p:par>
                                <p:cTn id="57" presetID="10" presetClass="entr" presetSubtype="0" fill="hold" grpId="0" nodeType="withEffect">
                                  <p:stCondLst>
                                    <p:cond delay="7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500"/>
                                        <p:tgtEl>
                                          <p:spTgt spid="11"/>
                                        </p:tgtEl>
                                      </p:cBhvr>
                                    </p:animEffect>
                                  </p:childTnLst>
                                </p:cTn>
                              </p:par>
                              <p:par>
                                <p:cTn id="60" presetID="10" presetClass="entr" presetSubtype="0" fill="hold" grpId="0" nodeType="withEffect">
                                  <p:stCondLst>
                                    <p:cond delay="8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00"/>
                                        <p:tgtEl>
                                          <p:spTgt spid="15"/>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8"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500" fill="hold"/>
                                        <p:tgtEl>
                                          <p:spTgt spid="17"/>
                                        </p:tgtEl>
                                        <p:attrNameLst>
                                          <p:attrName>ppt_x</p:attrName>
                                        </p:attrNameLst>
                                      </p:cBhvr>
                                      <p:tavLst>
                                        <p:tav tm="0">
                                          <p:val>
                                            <p:strVal val="0-#ppt_w/2"/>
                                          </p:val>
                                        </p:tav>
                                        <p:tav tm="100000">
                                          <p:val>
                                            <p:strVal val="#ppt_x"/>
                                          </p:val>
                                        </p:tav>
                                      </p:tavLst>
                                    </p:anim>
                                    <p:anim calcmode="lin" valueType="num">
                                      <p:cBhvr additive="base">
                                        <p:cTn id="73" dur="500" fill="hold"/>
                                        <p:tgtEl>
                                          <p:spTgt spid="17"/>
                                        </p:tgtEl>
                                        <p:attrNameLst>
                                          <p:attrName>ppt_y</p:attrName>
                                        </p:attrNameLst>
                                      </p:cBhvr>
                                      <p:tavLst>
                                        <p:tav tm="0">
                                          <p:val>
                                            <p:strVal val="#ppt_y"/>
                                          </p:val>
                                        </p:tav>
                                        <p:tav tm="100000">
                                          <p:val>
                                            <p:strVal val="#ppt_y"/>
                                          </p:val>
                                        </p:tav>
                                      </p:tavLst>
                                    </p:anim>
                                  </p:childTnLst>
                                </p:cTn>
                              </p:par>
                              <p:par>
                                <p:cTn id="74" presetID="2" presetClass="entr" presetSubtype="2"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 calcmode="lin" valueType="num">
                                      <p:cBhvr additive="base">
                                        <p:cTn id="76" dur="500" fill="hold"/>
                                        <p:tgtEl>
                                          <p:spTgt spid="16"/>
                                        </p:tgtEl>
                                        <p:attrNameLst>
                                          <p:attrName>ppt_x</p:attrName>
                                        </p:attrNameLst>
                                      </p:cBhvr>
                                      <p:tavLst>
                                        <p:tav tm="0">
                                          <p:val>
                                            <p:strVal val="1+#ppt_w/2"/>
                                          </p:val>
                                        </p:tav>
                                        <p:tav tm="100000">
                                          <p:val>
                                            <p:strVal val="#ppt_x"/>
                                          </p:val>
                                        </p:tav>
                                      </p:tavLst>
                                    </p:anim>
                                    <p:anim calcmode="lin" valueType="num">
                                      <p:cBhvr additive="base">
                                        <p:cTn id="77"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animBg="1"/>
      <p:bldP spid="5" grpId="1" animBg="1"/>
      <p:bldP spid="6" grpId="0" animBg="1"/>
      <p:bldP spid="6" grpId="1" animBg="1"/>
      <p:bldP spid="7" grpId="0" build="allAtOnce"/>
      <p:bldP spid="8" grpId="0"/>
      <p:bldP spid="9" grpId="0"/>
      <p:bldP spid="10" grpId="0"/>
      <p:bldP spid="11" grpId="0"/>
      <p:bldP spid="12" grpId="0"/>
      <p:bldP spid="13" grpId="0"/>
      <p:bldP spid="14" grpId="0"/>
      <p:bldP spid="15" grpId="0"/>
      <p:bldP spid="16" grpId="0"/>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81">
            <a:extLst>
              <a:ext uri="{FF2B5EF4-FFF2-40B4-BE49-F238E27FC236}">
                <a16:creationId xmlns:a16="http://schemas.microsoft.com/office/drawing/2014/main" id="{92E1FDC2-DDFF-5756-76D3-5FC30092C58E}"/>
              </a:ext>
            </a:extLst>
          </p:cNvPr>
          <p:cNvSpPr/>
          <p:nvPr/>
        </p:nvSpPr>
        <p:spPr>
          <a:xfrm>
            <a:off x="0" y="0"/>
            <a:ext cx="12359640" cy="6858000"/>
          </a:xfrm>
          <a:prstGeom prst="rect">
            <a:avLst/>
          </a:prstGeom>
          <a:solidFill>
            <a:schemeClr val="tx1">
              <a:lumMod val="75000"/>
              <a:lumOff val="25000"/>
            </a:schemeClr>
          </a:solidFill>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0" name="Freeform: Shape 79">
            <a:extLst>
              <a:ext uri="{FF2B5EF4-FFF2-40B4-BE49-F238E27FC236}">
                <a16:creationId xmlns:a16="http://schemas.microsoft.com/office/drawing/2014/main" id="{2F637BD2-2944-BD41-9EE3-D873D1C1730C}"/>
              </a:ext>
            </a:extLst>
          </p:cNvPr>
          <p:cNvSpPr/>
          <p:nvPr/>
        </p:nvSpPr>
        <p:spPr>
          <a:xfrm>
            <a:off x="1675629" y="1189494"/>
            <a:ext cx="2720505" cy="5427241"/>
          </a:xfrm>
          <a:custGeom>
            <a:avLst/>
            <a:gdLst>
              <a:gd name="csX0" fmla="*/ 2719403 w 2720505"/>
              <a:gd name="csY0" fmla="*/ 0 h 5427241"/>
              <a:gd name="csX1" fmla="*/ 2720505 w 2720505"/>
              <a:gd name="csY1" fmla="*/ 56 h 5427241"/>
              <a:gd name="csX2" fmla="*/ 2720505 w 2720505"/>
              <a:gd name="csY2" fmla="*/ 959845 h 5427241"/>
              <a:gd name="csX3" fmla="*/ 2719404 w 2720505"/>
              <a:gd name="csY3" fmla="*/ 959789 h 5427241"/>
              <a:gd name="csX4" fmla="*/ 479894 w 2720505"/>
              <a:gd name="csY4" fmla="*/ 3199299 h 5427241"/>
              <a:gd name="csX5" fmla="*/ 2268064 w 2720505"/>
              <a:gd name="csY5" fmla="*/ 5393309 h 5427241"/>
              <a:gd name="csX6" fmla="*/ 2490394 w 2720505"/>
              <a:gd name="csY6" fmla="*/ 5427241 h 5427241"/>
              <a:gd name="csX7" fmla="*/ 2441360 w 2720505"/>
              <a:gd name="csY7" fmla="*/ 5424765 h 5427241"/>
              <a:gd name="csX8" fmla="*/ 0 w 2720505"/>
              <a:gd name="csY8" fmla="*/ 2719403 h 5427241"/>
              <a:gd name="csX9" fmla="*/ 2719403 w 2720505"/>
              <a:gd name="csY9" fmla="*/ 0 h 54272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720505" h="5427241">
                <a:moveTo>
                  <a:pt x="2719403" y="0"/>
                </a:moveTo>
                <a:lnTo>
                  <a:pt x="2720505" y="56"/>
                </a:lnTo>
                <a:lnTo>
                  <a:pt x="2720505" y="959845"/>
                </a:lnTo>
                <a:lnTo>
                  <a:pt x="2719404" y="959789"/>
                </a:lnTo>
                <a:cubicBezTo>
                  <a:pt x="1482555" y="959789"/>
                  <a:pt x="479894" y="1962450"/>
                  <a:pt x="479894" y="3199299"/>
                </a:cubicBezTo>
                <a:cubicBezTo>
                  <a:pt x="479894" y="4281541"/>
                  <a:pt x="1247556" y="5184484"/>
                  <a:pt x="2268064" y="5393309"/>
                </a:cubicBezTo>
                <a:lnTo>
                  <a:pt x="2490394" y="5427241"/>
                </a:lnTo>
                <a:lnTo>
                  <a:pt x="2441360" y="5424765"/>
                </a:lnTo>
                <a:cubicBezTo>
                  <a:pt x="1070083" y="5285505"/>
                  <a:pt x="0" y="4127421"/>
                  <a:pt x="0" y="2719403"/>
                </a:cubicBezTo>
                <a:cubicBezTo>
                  <a:pt x="0" y="1217517"/>
                  <a:pt x="1217517" y="0"/>
                  <a:pt x="2719403" y="0"/>
                </a:cubicBezTo>
                <a:close/>
              </a:path>
            </a:pathLst>
          </a:custGeom>
          <a:solidFill>
            <a:schemeClr val="accent4">
              <a:lumMod val="75000"/>
            </a:schemeClr>
          </a:solidFill>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8" name="Freeform: Shape 77">
            <a:extLst>
              <a:ext uri="{FF2B5EF4-FFF2-40B4-BE49-F238E27FC236}">
                <a16:creationId xmlns:a16="http://schemas.microsoft.com/office/drawing/2014/main" id="{434C6C63-B10F-2197-5F39-51F6F18A562D}"/>
              </a:ext>
            </a:extLst>
          </p:cNvPr>
          <p:cNvSpPr/>
          <p:nvPr/>
        </p:nvSpPr>
        <p:spPr>
          <a:xfrm>
            <a:off x="2635417" y="3074251"/>
            <a:ext cx="1760716" cy="3512618"/>
          </a:xfrm>
          <a:custGeom>
            <a:avLst/>
            <a:gdLst>
              <a:gd name="csX0" fmla="*/ 1759613 w 1760716"/>
              <a:gd name="csY0" fmla="*/ 0 h 3512618"/>
              <a:gd name="csX1" fmla="*/ 1760716 w 1760716"/>
              <a:gd name="csY1" fmla="*/ 56 h 3512618"/>
              <a:gd name="csX2" fmla="*/ 1760716 w 1760716"/>
              <a:gd name="csY2" fmla="*/ 959842 h 3512618"/>
              <a:gd name="csX3" fmla="*/ 1759612 w 1760716"/>
              <a:gd name="csY3" fmla="*/ 959786 h 3512618"/>
              <a:gd name="csX4" fmla="*/ 479892 w 1760716"/>
              <a:gd name="csY4" fmla="*/ 2239506 h 3512618"/>
              <a:gd name="csX5" fmla="*/ 1501704 w 1760716"/>
              <a:gd name="csY5" fmla="*/ 3493226 h 3512618"/>
              <a:gd name="csX6" fmla="*/ 1628764 w 1760716"/>
              <a:gd name="csY6" fmla="*/ 3512618 h 3512618"/>
              <a:gd name="csX7" fmla="*/ 1579703 w 1760716"/>
              <a:gd name="csY7" fmla="*/ 3510140 h 3512618"/>
              <a:gd name="csX8" fmla="*/ 0 w 1760716"/>
              <a:gd name="csY8" fmla="*/ 1759613 h 3512618"/>
              <a:gd name="csX9" fmla="*/ 1759613 w 1760716"/>
              <a:gd name="csY9" fmla="*/ 0 h 35126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60716" h="3512618">
                <a:moveTo>
                  <a:pt x="1759613" y="0"/>
                </a:moveTo>
                <a:lnTo>
                  <a:pt x="1760716" y="56"/>
                </a:lnTo>
                <a:lnTo>
                  <a:pt x="1760716" y="959842"/>
                </a:lnTo>
                <a:lnTo>
                  <a:pt x="1759612" y="959786"/>
                </a:lnTo>
                <a:cubicBezTo>
                  <a:pt x="1052842" y="959786"/>
                  <a:pt x="479892" y="1532736"/>
                  <a:pt x="479892" y="2239506"/>
                </a:cubicBezTo>
                <a:cubicBezTo>
                  <a:pt x="479892" y="2857929"/>
                  <a:pt x="918557" y="3373897"/>
                  <a:pt x="1501704" y="3493226"/>
                </a:cubicBezTo>
                <a:lnTo>
                  <a:pt x="1628764" y="3512618"/>
                </a:lnTo>
                <a:lnTo>
                  <a:pt x="1579703" y="3510140"/>
                </a:lnTo>
                <a:cubicBezTo>
                  <a:pt x="692407" y="3420031"/>
                  <a:pt x="0" y="2670682"/>
                  <a:pt x="0" y="1759613"/>
                </a:cubicBezTo>
                <a:cubicBezTo>
                  <a:pt x="0" y="787805"/>
                  <a:pt x="787805" y="0"/>
                  <a:pt x="1759613" y="0"/>
                </a:cubicBezTo>
                <a:close/>
              </a:path>
            </a:pathLst>
          </a:custGeom>
          <a:solidFill>
            <a:schemeClr val="accent2">
              <a:lumMod val="20000"/>
              <a:lumOff val="80000"/>
            </a:schemeClr>
          </a:solidFill>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6" name="Freeform: Shape 75">
            <a:extLst>
              <a:ext uri="{FF2B5EF4-FFF2-40B4-BE49-F238E27FC236}">
                <a16:creationId xmlns:a16="http://schemas.microsoft.com/office/drawing/2014/main" id="{410FDB22-289A-5B5D-BE5C-E62DF4DD74EC}"/>
              </a:ext>
            </a:extLst>
          </p:cNvPr>
          <p:cNvSpPr/>
          <p:nvPr/>
        </p:nvSpPr>
        <p:spPr>
          <a:xfrm>
            <a:off x="3603432" y="4993828"/>
            <a:ext cx="800929" cy="1599648"/>
          </a:xfrm>
          <a:custGeom>
            <a:avLst/>
            <a:gdLst>
              <a:gd name="csX0" fmla="*/ 799826 w 800929"/>
              <a:gd name="csY0" fmla="*/ 0 h 1599648"/>
              <a:gd name="csX1" fmla="*/ 800929 w 800929"/>
              <a:gd name="csY1" fmla="*/ 56 h 1599648"/>
              <a:gd name="csX2" fmla="*/ 800929 w 800929"/>
              <a:gd name="csY2" fmla="*/ 1599593 h 1599648"/>
              <a:gd name="csX3" fmla="*/ 799825 w 800929"/>
              <a:gd name="csY3" fmla="*/ 1599648 h 1599648"/>
              <a:gd name="csX4" fmla="*/ 718013 w 800929"/>
              <a:gd name="csY4" fmla="*/ 1595517 h 1599648"/>
              <a:gd name="csX5" fmla="*/ 638633 w 800929"/>
              <a:gd name="csY5" fmla="*/ 1583401 h 1599648"/>
              <a:gd name="csX6" fmla="*/ 0 w 800929"/>
              <a:gd name="csY6" fmla="*/ 799826 h 1599648"/>
              <a:gd name="csX7" fmla="*/ 799826 w 800929"/>
              <a:gd name="csY7" fmla="*/ 0 h 15996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00929" h="1599648">
                <a:moveTo>
                  <a:pt x="799826" y="0"/>
                </a:moveTo>
                <a:lnTo>
                  <a:pt x="800929" y="56"/>
                </a:lnTo>
                <a:lnTo>
                  <a:pt x="800929" y="1599593"/>
                </a:lnTo>
                <a:lnTo>
                  <a:pt x="799825" y="1599648"/>
                </a:lnTo>
                <a:lnTo>
                  <a:pt x="718013" y="1595517"/>
                </a:lnTo>
                <a:lnTo>
                  <a:pt x="638633" y="1583401"/>
                </a:lnTo>
                <a:cubicBezTo>
                  <a:pt x="274166" y="1508821"/>
                  <a:pt x="0" y="1186341"/>
                  <a:pt x="0" y="799826"/>
                </a:cubicBezTo>
                <a:cubicBezTo>
                  <a:pt x="0" y="358094"/>
                  <a:pt x="358094" y="0"/>
                  <a:pt x="799826" y="0"/>
                </a:cubicBezTo>
                <a:close/>
              </a:path>
            </a:pathLst>
          </a:custGeom>
          <a:solidFill>
            <a:schemeClr val="bg1">
              <a:lumMod val="95000"/>
            </a:schemeClr>
          </a:solidFill>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5" name="Freeform: Shape 74">
            <a:extLst>
              <a:ext uri="{FF2B5EF4-FFF2-40B4-BE49-F238E27FC236}">
                <a16:creationId xmlns:a16="http://schemas.microsoft.com/office/drawing/2014/main" id="{80C0A927-0B82-5648-E49B-619DF38ECB97}"/>
              </a:ext>
            </a:extLst>
          </p:cNvPr>
          <p:cNvSpPr/>
          <p:nvPr/>
        </p:nvSpPr>
        <p:spPr>
          <a:xfrm>
            <a:off x="4272408" y="6586869"/>
            <a:ext cx="49038" cy="2476"/>
          </a:xfrm>
          <a:custGeom>
            <a:avLst/>
            <a:gdLst>
              <a:gd name="csX0" fmla="*/ 0 w 49038"/>
              <a:gd name="csY0" fmla="*/ 0 h 2476"/>
              <a:gd name="csX1" fmla="*/ 49036 w 49038"/>
              <a:gd name="csY1" fmla="*/ 2476 h 2476"/>
              <a:gd name="csX2" fmla="*/ 49038 w 49038"/>
              <a:gd name="csY2" fmla="*/ 2476 h 2476"/>
              <a:gd name="csX3" fmla="*/ 4 w 49038"/>
              <a:gd name="csY3" fmla="*/ 0 h 2476"/>
              <a:gd name="csX4" fmla="*/ 0 w 49038"/>
              <a:gd name="csY4" fmla="*/ 0 h 2476"/>
            </a:gdLst>
            <a:ahLst/>
            <a:cxnLst>
              <a:cxn ang="0">
                <a:pos x="csX0" y="csY0"/>
              </a:cxn>
              <a:cxn ang="0">
                <a:pos x="csX1" y="csY1"/>
              </a:cxn>
              <a:cxn ang="0">
                <a:pos x="csX2" y="csY2"/>
              </a:cxn>
              <a:cxn ang="0">
                <a:pos x="csX3" y="csY3"/>
              </a:cxn>
              <a:cxn ang="0">
                <a:pos x="csX4" y="csY4"/>
              </a:cxn>
            </a:cxnLst>
            <a:rect l="l" t="t" r="r" b="b"/>
            <a:pathLst>
              <a:path w="49038" h="2476">
                <a:moveTo>
                  <a:pt x="0" y="0"/>
                </a:moveTo>
                <a:lnTo>
                  <a:pt x="49036" y="2476"/>
                </a:lnTo>
                <a:lnTo>
                  <a:pt x="49038" y="2476"/>
                </a:lnTo>
                <a:lnTo>
                  <a:pt x="4" y="0"/>
                </a:lnTo>
                <a:lnTo>
                  <a:pt x="0" y="0"/>
                </a:lnTo>
                <a:close/>
              </a:path>
            </a:pathLst>
          </a:custGeom>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4" name="Freeform: Shape 73">
            <a:extLst>
              <a:ext uri="{FF2B5EF4-FFF2-40B4-BE49-F238E27FC236}">
                <a16:creationId xmlns:a16="http://schemas.microsoft.com/office/drawing/2014/main" id="{BA0B8C0C-4688-42F4-A80D-FF55B144E0A5}"/>
              </a:ext>
            </a:extLst>
          </p:cNvPr>
          <p:cNvSpPr/>
          <p:nvPr/>
        </p:nvSpPr>
        <p:spPr>
          <a:xfrm>
            <a:off x="4425955" y="6589346"/>
            <a:ext cx="59114" cy="2985"/>
          </a:xfrm>
          <a:custGeom>
            <a:avLst/>
            <a:gdLst>
              <a:gd name="csX0" fmla="*/ 59114 w 59114"/>
              <a:gd name="csY0" fmla="*/ 0 h 2985"/>
              <a:gd name="csX1" fmla="*/ 59113 w 59114"/>
              <a:gd name="csY1" fmla="*/ 0 h 2985"/>
              <a:gd name="csX2" fmla="*/ 0 w 59114"/>
              <a:gd name="csY2" fmla="*/ 2985 h 2985"/>
              <a:gd name="csX3" fmla="*/ 59114 w 59114"/>
              <a:gd name="csY3" fmla="*/ 0 h 2985"/>
            </a:gdLst>
            <a:ahLst/>
            <a:cxnLst>
              <a:cxn ang="0">
                <a:pos x="csX0" y="csY0"/>
              </a:cxn>
              <a:cxn ang="0">
                <a:pos x="csX1" y="csY1"/>
              </a:cxn>
              <a:cxn ang="0">
                <a:pos x="csX2" y="csY2"/>
              </a:cxn>
              <a:cxn ang="0">
                <a:pos x="csX3" y="csY3"/>
              </a:cxn>
            </a:cxnLst>
            <a:rect l="l" t="t" r="r" b="b"/>
            <a:pathLst>
              <a:path w="59114" h="2985">
                <a:moveTo>
                  <a:pt x="59114" y="0"/>
                </a:moveTo>
                <a:lnTo>
                  <a:pt x="59113" y="0"/>
                </a:lnTo>
                <a:lnTo>
                  <a:pt x="0" y="2985"/>
                </a:lnTo>
                <a:lnTo>
                  <a:pt x="59114" y="0"/>
                </a:lnTo>
                <a:close/>
              </a:path>
            </a:pathLst>
          </a:custGeom>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3" name="Freeform: Shape 72">
            <a:extLst>
              <a:ext uri="{FF2B5EF4-FFF2-40B4-BE49-F238E27FC236}">
                <a16:creationId xmlns:a16="http://schemas.microsoft.com/office/drawing/2014/main" id="{365515AA-8C35-B26C-143E-5FA9631E4340}"/>
              </a:ext>
            </a:extLst>
          </p:cNvPr>
          <p:cNvSpPr/>
          <p:nvPr/>
        </p:nvSpPr>
        <p:spPr>
          <a:xfrm>
            <a:off x="4321446" y="6589345"/>
            <a:ext cx="82914" cy="4134"/>
          </a:xfrm>
          <a:custGeom>
            <a:avLst/>
            <a:gdLst>
              <a:gd name="csX0" fmla="*/ 0 w 82914"/>
              <a:gd name="csY0" fmla="*/ 0 h 4134"/>
              <a:gd name="csX1" fmla="*/ 81810 w 82914"/>
              <a:gd name="csY1" fmla="*/ 4131 h 4134"/>
              <a:gd name="csX2" fmla="*/ 81810 w 82914"/>
              <a:gd name="csY2" fmla="*/ 4131 h 4134"/>
              <a:gd name="csX3" fmla="*/ 81811 w 82914"/>
              <a:gd name="csY3" fmla="*/ 4131 h 4134"/>
              <a:gd name="csX4" fmla="*/ 82914 w 82914"/>
              <a:gd name="csY4" fmla="*/ 4076 h 4134"/>
              <a:gd name="csX5" fmla="*/ 82914 w 82914"/>
              <a:gd name="csY5" fmla="*/ 4079 h 4134"/>
              <a:gd name="csX6" fmla="*/ 81811 w 82914"/>
              <a:gd name="csY6" fmla="*/ 4134 h 4134"/>
              <a:gd name="csX7" fmla="*/ 33 w 82914"/>
              <a:gd name="csY7" fmla="*/ 5 h 4134"/>
              <a:gd name="csX8" fmla="*/ 0 w 82914"/>
              <a:gd name="csY8" fmla="*/ 0 h 41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2914" h="4134">
                <a:moveTo>
                  <a:pt x="0" y="0"/>
                </a:moveTo>
                <a:lnTo>
                  <a:pt x="81810" y="4131"/>
                </a:lnTo>
                <a:lnTo>
                  <a:pt x="81810" y="4131"/>
                </a:lnTo>
                <a:lnTo>
                  <a:pt x="81811" y="4131"/>
                </a:lnTo>
                <a:lnTo>
                  <a:pt x="82914" y="4076"/>
                </a:lnTo>
                <a:lnTo>
                  <a:pt x="82914" y="4079"/>
                </a:lnTo>
                <a:lnTo>
                  <a:pt x="81811" y="4134"/>
                </a:lnTo>
                <a:cubicBezTo>
                  <a:pt x="54203" y="4134"/>
                  <a:pt x="26921" y="2735"/>
                  <a:pt x="33" y="5"/>
                </a:cubicBezTo>
                <a:lnTo>
                  <a:pt x="0" y="0"/>
                </a:lnTo>
                <a:close/>
              </a:path>
            </a:pathLst>
          </a:custGeom>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2" name="Freeform: Shape 71">
            <a:extLst>
              <a:ext uri="{FF2B5EF4-FFF2-40B4-BE49-F238E27FC236}">
                <a16:creationId xmlns:a16="http://schemas.microsoft.com/office/drawing/2014/main" id="{B70ABAFD-BEFF-41ED-3FEC-1DE5ED34F6B5}"/>
              </a:ext>
            </a:extLst>
          </p:cNvPr>
          <p:cNvSpPr/>
          <p:nvPr/>
        </p:nvSpPr>
        <p:spPr>
          <a:xfrm>
            <a:off x="4404361" y="6592331"/>
            <a:ext cx="21595" cy="1091"/>
          </a:xfrm>
          <a:custGeom>
            <a:avLst/>
            <a:gdLst>
              <a:gd name="csX0" fmla="*/ 21595 w 21595"/>
              <a:gd name="csY0" fmla="*/ 0 h 1091"/>
              <a:gd name="csX1" fmla="*/ 0 w 21595"/>
              <a:gd name="csY1" fmla="*/ 1091 h 1091"/>
              <a:gd name="csX2" fmla="*/ 0 w 21595"/>
              <a:gd name="csY2" fmla="*/ 1091 h 1091"/>
              <a:gd name="csX3" fmla="*/ 21595 w 21595"/>
              <a:gd name="csY3" fmla="*/ 0 h 1091"/>
            </a:gdLst>
            <a:ahLst/>
            <a:cxnLst>
              <a:cxn ang="0">
                <a:pos x="csX0" y="csY0"/>
              </a:cxn>
              <a:cxn ang="0">
                <a:pos x="csX1" y="csY1"/>
              </a:cxn>
              <a:cxn ang="0">
                <a:pos x="csX2" y="csY2"/>
              </a:cxn>
              <a:cxn ang="0">
                <a:pos x="csX3" y="csY3"/>
              </a:cxn>
            </a:cxnLst>
            <a:rect l="l" t="t" r="r" b="b"/>
            <a:pathLst>
              <a:path w="21595" h="1091">
                <a:moveTo>
                  <a:pt x="21595" y="0"/>
                </a:moveTo>
                <a:lnTo>
                  <a:pt x="0" y="1091"/>
                </a:lnTo>
                <a:lnTo>
                  <a:pt x="0" y="1091"/>
                </a:lnTo>
                <a:lnTo>
                  <a:pt x="21595" y="0"/>
                </a:lnTo>
                <a:close/>
              </a:path>
            </a:pathLst>
          </a:custGeom>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1" name="Freeform: Shape 70">
            <a:extLst>
              <a:ext uri="{FF2B5EF4-FFF2-40B4-BE49-F238E27FC236}">
                <a16:creationId xmlns:a16="http://schemas.microsoft.com/office/drawing/2014/main" id="{3817FDEE-8195-B277-BC8F-277BFBB10052}"/>
              </a:ext>
            </a:extLst>
          </p:cNvPr>
          <p:cNvSpPr/>
          <p:nvPr/>
        </p:nvSpPr>
        <p:spPr>
          <a:xfrm>
            <a:off x="4174250" y="6616735"/>
            <a:ext cx="230111" cy="11567"/>
          </a:xfrm>
          <a:custGeom>
            <a:avLst/>
            <a:gdLst>
              <a:gd name="csX0" fmla="*/ 0 w 230111"/>
              <a:gd name="csY0" fmla="*/ 0 h 11567"/>
              <a:gd name="csX1" fmla="*/ 229009 w 230111"/>
              <a:gd name="csY1" fmla="*/ 11564 h 11567"/>
              <a:gd name="csX2" fmla="*/ 230111 w 230111"/>
              <a:gd name="csY2" fmla="*/ 11509 h 11567"/>
              <a:gd name="csX3" fmla="*/ 230111 w 230111"/>
              <a:gd name="csY3" fmla="*/ 11512 h 11567"/>
              <a:gd name="csX4" fmla="*/ 229010 w 230111"/>
              <a:gd name="csY4" fmla="*/ 11567 h 11567"/>
              <a:gd name="csX5" fmla="*/ 229009 w 230111"/>
              <a:gd name="csY5" fmla="*/ 11567 h 11567"/>
              <a:gd name="csX6" fmla="*/ 33 w 230111"/>
              <a:gd name="csY6" fmla="*/ 5 h 11567"/>
              <a:gd name="csX7" fmla="*/ 0 w 230111"/>
              <a:gd name="csY7" fmla="*/ 0 h 115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0111" h="11567">
                <a:moveTo>
                  <a:pt x="0" y="0"/>
                </a:moveTo>
                <a:lnTo>
                  <a:pt x="229009" y="11564"/>
                </a:lnTo>
                <a:lnTo>
                  <a:pt x="230111" y="11509"/>
                </a:lnTo>
                <a:lnTo>
                  <a:pt x="230111" y="11512"/>
                </a:lnTo>
                <a:lnTo>
                  <a:pt x="229010" y="11567"/>
                </a:lnTo>
                <a:lnTo>
                  <a:pt x="229009" y="11567"/>
                </a:lnTo>
                <a:lnTo>
                  <a:pt x="33" y="5"/>
                </a:lnTo>
                <a:lnTo>
                  <a:pt x="0" y="0"/>
                </a:lnTo>
                <a:close/>
              </a:path>
            </a:pathLst>
          </a:custGeom>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9" name="Freeform: Shape 68">
            <a:extLst>
              <a:ext uri="{FF2B5EF4-FFF2-40B4-BE49-F238E27FC236}">
                <a16:creationId xmlns:a16="http://schemas.microsoft.com/office/drawing/2014/main" id="{FAC755D6-B49D-7F14-ACA2-985C2C083E3A}"/>
              </a:ext>
            </a:extLst>
          </p:cNvPr>
          <p:cNvSpPr/>
          <p:nvPr/>
        </p:nvSpPr>
        <p:spPr>
          <a:xfrm>
            <a:off x="1195733" y="229703"/>
            <a:ext cx="3200400" cy="6398599"/>
          </a:xfrm>
          <a:custGeom>
            <a:avLst/>
            <a:gdLst>
              <a:gd name="csX0" fmla="*/ 3199300 w 3200400"/>
              <a:gd name="csY0" fmla="*/ 0 h 6398599"/>
              <a:gd name="csX1" fmla="*/ 3200400 w 3200400"/>
              <a:gd name="csY1" fmla="*/ 28 h 6398599"/>
              <a:gd name="csX2" fmla="*/ 3200400 w 3200400"/>
              <a:gd name="csY2" fmla="*/ 959847 h 6398599"/>
              <a:gd name="csX3" fmla="*/ 3199298 w 3200400"/>
              <a:gd name="csY3" fmla="*/ 959791 h 6398599"/>
              <a:gd name="csX4" fmla="*/ 479895 w 3200400"/>
              <a:gd name="csY4" fmla="*/ 3679194 h 6398599"/>
              <a:gd name="csX5" fmla="*/ 2921255 w 3200400"/>
              <a:gd name="csY5" fmla="*/ 6384556 h 6398599"/>
              <a:gd name="csX6" fmla="*/ 2970289 w 3200400"/>
              <a:gd name="csY6" fmla="*/ 6387032 h 6398599"/>
              <a:gd name="csX7" fmla="*/ 2970322 w 3200400"/>
              <a:gd name="csY7" fmla="*/ 6387037 h 6398599"/>
              <a:gd name="csX8" fmla="*/ 3199298 w 3200400"/>
              <a:gd name="csY8" fmla="*/ 6398599 h 6398599"/>
              <a:gd name="csX9" fmla="*/ 3034664 w 3200400"/>
              <a:gd name="csY9" fmla="*/ 6394436 h 6398599"/>
              <a:gd name="csX10" fmla="*/ 0 w 3200400"/>
              <a:gd name="csY10" fmla="*/ 3199300 h 6398599"/>
              <a:gd name="csX11" fmla="*/ 3199300 w 3200400"/>
              <a:gd name="csY11" fmla="*/ 0 h 6398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00400" h="6398599">
                <a:moveTo>
                  <a:pt x="3199300" y="0"/>
                </a:moveTo>
                <a:lnTo>
                  <a:pt x="3200400" y="28"/>
                </a:lnTo>
                <a:lnTo>
                  <a:pt x="3200400" y="959847"/>
                </a:lnTo>
                <a:lnTo>
                  <a:pt x="3199298" y="959791"/>
                </a:lnTo>
                <a:cubicBezTo>
                  <a:pt x="1697412" y="959791"/>
                  <a:pt x="479895" y="2177308"/>
                  <a:pt x="479895" y="3679194"/>
                </a:cubicBezTo>
                <a:cubicBezTo>
                  <a:pt x="479895" y="5087212"/>
                  <a:pt x="1549978" y="6245296"/>
                  <a:pt x="2921255" y="6384556"/>
                </a:cubicBezTo>
                <a:lnTo>
                  <a:pt x="2970289" y="6387032"/>
                </a:lnTo>
                <a:lnTo>
                  <a:pt x="2970322" y="6387037"/>
                </a:lnTo>
                <a:lnTo>
                  <a:pt x="3199298" y="6398599"/>
                </a:lnTo>
                <a:lnTo>
                  <a:pt x="3034664" y="6394436"/>
                </a:lnTo>
                <a:cubicBezTo>
                  <a:pt x="1344251" y="6308749"/>
                  <a:pt x="0" y="4911008"/>
                  <a:pt x="0" y="3199300"/>
                </a:cubicBezTo>
                <a:cubicBezTo>
                  <a:pt x="0" y="1432376"/>
                  <a:pt x="1432376" y="0"/>
                  <a:pt x="3199300" y="0"/>
                </a:cubicBezTo>
                <a:close/>
              </a:path>
            </a:pathLst>
          </a:custGeom>
          <a:solidFill>
            <a:schemeClr val="accent6">
              <a:lumMod val="75000"/>
            </a:schemeClr>
          </a:solidFill>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67" name="Freeform: Shape 66">
            <a:extLst>
              <a:ext uri="{FF2B5EF4-FFF2-40B4-BE49-F238E27FC236}">
                <a16:creationId xmlns:a16="http://schemas.microsoft.com/office/drawing/2014/main" id="{A86BEBC6-6066-1BE8-A6FF-59F6445D9F88}"/>
              </a:ext>
            </a:extLst>
          </p:cNvPr>
          <p:cNvSpPr/>
          <p:nvPr/>
        </p:nvSpPr>
        <p:spPr>
          <a:xfrm>
            <a:off x="2155523" y="2149282"/>
            <a:ext cx="2240611" cy="4410197"/>
          </a:xfrm>
          <a:custGeom>
            <a:avLst/>
            <a:gdLst>
              <a:gd name="csX0" fmla="*/ 2239510 w 2240611"/>
              <a:gd name="csY0" fmla="*/ 0 h 4479016"/>
              <a:gd name="csX1" fmla="*/ 2240611 w 2240611"/>
              <a:gd name="csY1" fmla="*/ 56 h 4479016"/>
              <a:gd name="csX2" fmla="*/ 2240611 w 2240611"/>
              <a:gd name="csY2" fmla="*/ 925025 h 4479016"/>
              <a:gd name="csX3" fmla="*/ 2239508 w 2240611"/>
              <a:gd name="csY3" fmla="*/ 924969 h 4479016"/>
              <a:gd name="csX4" fmla="*/ 479895 w 2240611"/>
              <a:gd name="csY4" fmla="*/ 2684582 h 4479016"/>
              <a:gd name="csX5" fmla="*/ 2059598 w 2240611"/>
              <a:gd name="csY5" fmla="*/ 4435109 h 4479016"/>
              <a:gd name="csX6" fmla="*/ 2108659 w 2240611"/>
              <a:gd name="csY6" fmla="*/ 4437587 h 4479016"/>
              <a:gd name="csX7" fmla="*/ 2108663 w 2240611"/>
              <a:gd name="csY7" fmla="*/ 4437587 h 4479016"/>
              <a:gd name="csX8" fmla="*/ 2157697 w 2240611"/>
              <a:gd name="csY8" fmla="*/ 4440063 h 4479016"/>
              <a:gd name="csX9" fmla="*/ 2157730 w 2240611"/>
              <a:gd name="csY9" fmla="*/ 4440068 h 4479016"/>
              <a:gd name="csX10" fmla="*/ 2239508 w 2240611"/>
              <a:gd name="csY10" fmla="*/ 4444197 h 4479016"/>
              <a:gd name="csX11" fmla="*/ 2240611 w 2240611"/>
              <a:gd name="csY11" fmla="*/ 4444142 h 4479016"/>
              <a:gd name="csX12" fmla="*/ 2240611 w 2240611"/>
              <a:gd name="csY12" fmla="*/ 4478961 h 4479016"/>
              <a:gd name="csX13" fmla="*/ 2239509 w 2240611"/>
              <a:gd name="csY13" fmla="*/ 4479016 h 4479016"/>
              <a:gd name="csX14" fmla="*/ 2010500 w 2240611"/>
              <a:gd name="csY14" fmla="*/ 4467452 h 4479016"/>
              <a:gd name="csX15" fmla="*/ 1788170 w 2240611"/>
              <a:gd name="csY15" fmla="*/ 4433520 h 4479016"/>
              <a:gd name="csX16" fmla="*/ 0 w 2240611"/>
              <a:gd name="csY16" fmla="*/ 2239510 h 4479016"/>
              <a:gd name="csX17" fmla="*/ 2239510 w 2240611"/>
              <a:gd name="csY17" fmla="*/ 0 h 44790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240611" h="4479016">
                <a:moveTo>
                  <a:pt x="2239510" y="0"/>
                </a:moveTo>
                <a:lnTo>
                  <a:pt x="2240611" y="56"/>
                </a:lnTo>
                <a:lnTo>
                  <a:pt x="2240611" y="925025"/>
                </a:lnTo>
                <a:lnTo>
                  <a:pt x="2239508" y="924969"/>
                </a:lnTo>
                <a:cubicBezTo>
                  <a:pt x="1267700" y="924969"/>
                  <a:pt x="479895" y="1712774"/>
                  <a:pt x="479895" y="2684582"/>
                </a:cubicBezTo>
                <a:cubicBezTo>
                  <a:pt x="479895" y="3595651"/>
                  <a:pt x="1172302" y="4345000"/>
                  <a:pt x="2059598" y="4435109"/>
                </a:cubicBezTo>
                <a:lnTo>
                  <a:pt x="2108659" y="4437587"/>
                </a:lnTo>
                <a:lnTo>
                  <a:pt x="2108663" y="4437587"/>
                </a:lnTo>
                <a:lnTo>
                  <a:pt x="2157697" y="4440063"/>
                </a:lnTo>
                <a:lnTo>
                  <a:pt x="2157730" y="4440068"/>
                </a:lnTo>
                <a:cubicBezTo>
                  <a:pt x="2184618" y="4442798"/>
                  <a:pt x="2211900" y="4444197"/>
                  <a:pt x="2239508" y="4444197"/>
                </a:cubicBezTo>
                <a:lnTo>
                  <a:pt x="2240611" y="4444142"/>
                </a:lnTo>
                <a:lnTo>
                  <a:pt x="2240611" y="4478961"/>
                </a:lnTo>
                <a:lnTo>
                  <a:pt x="2239509" y="4479016"/>
                </a:lnTo>
                <a:lnTo>
                  <a:pt x="2010500" y="4467452"/>
                </a:lnTo>
                <a:lnTo>
                  <a:pt x="1788170" y="4433520"/>
                </a:lnTo>
                <a:cubicBezTo>
                  <a:pt x="767662" y="4224695"/>
                  <a:pt x="0" y="3321752"/>
                  <a:pt x="0" y="2239510"/>
                </a:cubicBezTo>
                <a:cubicBezTo>
                  <a:pt x="0" y="1002661"/>
                  <a:pt x="1002661" y="0"/>
                  <a:pt x="2239510" y="0"/>
                </a:cubicBezTo>
                <a:close/>
              </a:path>
            </a:pathLst>
          </a:custGeom>
          <a:solidFill>
            <a:schemeClr val="accent4">
              <a:lumMod val="40000"/>
              <a:lumOff val="60000"/>
            </a:schemeClr>
          </a:solidFill>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5" name="Freeform: Shape 64">
            <a:extLst>
              <a:ext uri="{FF2B5EF4-FFF2-40B4-BE49-F238E27FC236}">
                <a16:creationId xmlns:a16="http://schemas.microsoft.com/office/drawing/2014/main" id="{0EED903D-8DAC-74DC-8B49-7B75604ADE17}"/>
              </a:ext>
            </a:extLst>
          </p:cNvPr>
          <p:cNvSpPr/>
          <p:nvPr/>
        </p:nvSpPr>
        <p:spPr>
          <a:xfrm>
            <a:off x="3123536" y="4034037"/>
            <a:ext cx="1280824" cy="2555308"/>
          </a:xfrm>
          <a:custGeom>
            <a:avLst/>
            <a:gdLst>
              <a:gd name="csX0" fmla="*/ 1279720 w 1280824"/>
              <a:gd name="csY0" fmla="*/ 0 h 2555308"/>
              <a:gd name="csX1" fmla="*/ 1280824 w 1280824"/>
              <a:gd name="csY1" fmla="*/ 56 h 2555308"/>
              <a:gd name="csX2" fmla="*/ 1280824 w 1280824"/>
              <a:gd name="csY2" fmla="*/ 959847 h 2555308"/>
              <a:gd name="csX3" fmla="*/ 1279721 w 1280824"/>
              <a:gd name="csY3" fmla="*/ 959791 h 2555308"/>
              <a:gd name="csX4" fmla="*/ 479895 w 1280824"/>
              <a:gd name="csY4" fmla="*/ 1759617 h 2555308"/>
              <a:gd name="csX5" fmla="*/ 1118528 w 1280824"/>
              <a:gd name="csY5" fmla="*/ 2543192 h 2555308"/>
              <a:gd name="csX6" fmla="*/ 1197908 w 1280824"/>
              <a:gd name="csY6" fmla="*/ 2555308 h 2555308"/>
              <a:gd name="csX7" fmla="*/ 1148872 w 1280824"/>
              <a:gd name="csY7" fmla="*/ 2552832 h 2555308"/>
              <a:gd name="csX8" fmla="*/ 1021812 w 1280824"/>
              <a:gd name="csY8" fmla="*/ 2533440 h 2555308"/>
              <a:gd name="csX9" fmla="*/ 0 w 1280824"/>
              <a:gd name="csY9" fmla="*/ 1279720 h 2555308"/>
              <a:gd name="csX10" fmla="*/ 1279720 w 1280824"/>
              <a:gd name="csY10" fmla="*/ 0 h 25553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80824" h="2555308">
                <a:moveTo>
                  <a:pt x="1279720" y="0"/>
                </a:moveTo>
                <a:lnTo>
                  <a:pt x="1280824" y="56"/>
                </a:lnTo>
                <a:lnTo>
                  <a:pt x="1280824" y="959847"/>
                </a:lnTo>
                <a:lnTo>
                  <a:pt x="1279721" y="959791"/>
                </a:lnTo>
                <a:cubicBezTo>
                  <a:pt x="837989" y="959791"/>
                  <a:pt x="479895" y="1317885"/>
                  <a:pt x="479895" y="1759617"/>
                </a:cubicBezTo>
                <a:cubicBezTo>
                  <a:pt x="479895" y="2146132"/>
                  <a:pt x="754061" y="2468612"/>
                  <a:pt x="1118528" y="2543192"/>
                </a:cubicBezTo>
                <a:lnTo>
                  <a:pt x="1197908" y="2555308"/>
                </a:lnTo>
                <a:lnTo>
                  <a:pt x="1148872" y="2552832"/>
                </a:lnTo>
                <a:lnTo>
                  <a:pt x="1021812" y="2533440"/>
                </a:lnTo>
                <a:cubicBezTo>
                  <a:pt x="438665" y="2414111"/>
                  <a:pt x="0" y="1898143"/>
                  <a:pt x="0" y="1279720"/>
                </a:cubicBezTo>
                <a:cubicBezTo>
                  <a:pt x="0" y="572950"/>
                  <a:pt x="572950" y="0"/>
                  <a:pt x="1279720" y="0"/>
                </a:cubicBezTo>
                <a:close/>
              </a:path>
            </a:pathLst>
          </a:custGeom>
          <a:solidFill>
            <a:schemeClr val="accent6">
              <a:lumMod val="40000"/>
              <a:lumOff val="60000"/>
            </a:schemeClr>
          </a:solidFill>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63" name="Freeform: Shape 62">
            <a:extLst>
              <a:ext uri="{FF2B5EF4-FFF2-40B4-BE49-F238E27FC236}">
                <a16:creationId xmlns:a16="http://schemas.microsoft.com/office/drawing/2014/main" id="{EA54FE81-DC6E-24A9-94B8-F157C469B660}"/>
              </a:ext>
            </a:extLst>
          </p:cNvPr>
          <p:cNvSpPr/>
          <p:nvPr/>
        </p:nvSpPr>
        <p:spPr>
          <a:xfrm>
            <a:off x="4485069" y="6586869"/>
            <a:ext cx="49035" cy="2476"/>
          </a:xfrm>
          <a:custGeom>
            <a:avLst/>
            <a:gdLst>
              <a:gd name="csX0" fmla="*/ 49035 w 49035"/>
              <a:gd name="csY0" fmla="*/ 0 h 2476"/>
              <a:gd name="csX1" fmla="*/ 49032 w 49035"/>
              <a:gd name="csY1" fmla="*/ 0 h 2476"/>
              <a:gd name="csX2" fmla="*/ 0 w 49035"/>
              <a:gd name="csY2" fmla="*/ 2476 h 2476"/>
              <a:gd name="csX3" fmla="*/ 1 w 49035"/>
              <a:gd name="csY3" fmla="*/ 2476 h 2476"/>
              <a:gd name="csX4" fmla="*/ 49035 w 49035"/>
              <a:gd name="csY4" fmla="*/ 0 h 2476"/>
            </a:gdLst>
            <a:ahLst/>
            <a:cxnLst>
              <a:cxn ang="0">
                <a:pos x="csX0" y="csY0"/>
              </a:cxn>
              <a:cxn ang="0">
                <a:pos x="csX1" y="csY1"/>
              </a:cxn>
              <a:cxn ang="0">
                <a:pos x="csX2" y="csY2"/>
              </a:cxn>
              <a:cxn ang="0">
                <a:pos x="csX3" y="csY3"/>
              </a:cxn>
              <a:cxn ang="0">
                <a:pos x="csX4" y="csY4"/>
              </a:cxn>
            </a:cxnLst>
            <a:rect l="l" t="t" r="r" b="b"/>
            <a:pathLst>
              <a:path w="49035" h="2476">
                <a:moveTo>
                  <a:pt x="49035" y="0"/>
                </a:moveTo>
                <a:lnTo>
                  <a:pt x="49032" y="0"/>
                </a:lnTo>
                <a:lnTo>
                  <a:pt x="0" y="2476"/>
                </a:lnTo>
                <a:lnTo>
                  <a:pt x="1" y="2476"/>
                </a:lnTo>
                <a:lnTo>
                  <a:pt x="49035" y="0"/>
                </a:lnTo>
                <a:close/>
              </a:path>
            </a:pathLst>
          </a:custGeom>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2" name="Freeform: Shape 61">
            <a:extLst>
              <a:ext uri="{FF2B5EF4-FFF2-40B4-BE49-F238E27FC236}">
                <a16:creationId xmlns:a16="http://schemas.microsoft.com/office/drawing/2014/main" id="{FA4E9775-9B41-F114-3455-9161E5103CB4}"/>
              </a:ext>
            </a:extLst>
          </p:cNvPr>
          <p:cNvSpPr/>
          <p:nvPr/>
        </p:nvSpPr>
        <p:spPr>
          <a:xfrm>
            <a:off x="4321444" y="6589346"/>
            <a:ext cx="81812" cy="4131"/>
          </a:xfrm>
          <a:custGeom>
            <a:avLst/>
            <a:gdLst>
              <a:gd name="csX0" fmla="*/ 0 w 81812"/>
              <a:gd name="csY0" fmla="*/ 0 h 4131"/>
              <a:gd name="csX1" fmla="*/ 81812 w 81812"/>
              <a:gd name="csY1" fmla="*/ 4131 h 4131"/>
              <a:gd name="csX2" fmla="*/ 81812 w 81812"/>
              <a:gd name="csY2" fmla="*/ 4131 h 4131"/>
              <a:gd name="csX3" fmla="*/ 2 w 81812"/>
              <a:gd name="csY3" fmla="*/ 0 h 4131"/>
              <a:gd name="csX4" fmla="*/ 0 w 81812"/>
              <a:gd name="csY4" fmla="*/ 0 h 4131"/>
            </a:gdLst>
            <a:ahLst/>
            <a:cxnLst>
              <a:cxn ang="0">
                <a:pos x="csX0" y="csY0"/>
              </a:cxn>
              <a:cxn ang="0">
                <a:pos x="csX1" y="csY1"/>
              </a:cxn>
              <a:cxn ang="0">
                <a:pos x="csX2" y="csY2"/>
              </a:cxn>
              <a:cxn ang="0">
                <a:pos x="csX3" y="csY3"/>
              </a:cxn>
              <a:cxn ang="0">
                <a:pos x="csX4" y="csY4"/>
              </a:cxn>
            </a:cxnLst>
            <a:rect l="l" t="t" r="r" b="b"/>
            <a:pathLst>
              <a:path w="81812" h="4131">
                <a:moveTo>
                  <a:pt x="0" y="0"/>
                </a:moveTo>
                <a:lnTo>
                  <a:pt x="81812" y="4131"/>
                </a:lnTo>
                <a:lnTo>
                  <a:pt x="81812" y="4131"/>
                </a:lnTo>
                <a:lnTo>
                  <a:pt x="2" y="0"/>
                </a:lnTo>
                <a:lnTo>
                  <a:pt x="0" y="0"/>
                </a:lnTo>
                <a:close/>
              </a:path>
            </a:pathLst>
          </a:custGeom>
          <a:ln>
            <a:noFill/>
          </a:ln>
          <a:effectLst>
            <a:innerShdw blurRad="63500">
              <a:prstClr val="black">
                <a:alpha val="75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83" name="TextBox 82">
            <a:extLst>
              <a:ext uri="{FF2B5EF4-FFF2-40B4-BE49-F238E27FC236}">
                <a16:creationId xmlns:a16="http://schemas.microsoft.com/office/drawing/2014/main" id="{0A2CE5F8-7177-EAF0-5C5E-94900CF7ECFD}"/>
              </a:ext>
            </a:extLst>
          </p:cNvPr>
          <p:cNvSpPr txBox="1"/>
          <p:nvPr/>
        </p:nvSpPr>
        <p:spPr>
          <a:xfrm>
            <a:off x="4549696" y="462463"/>
            <a:ext cx="4714240" cy="461665"/>
          </a:xfrm>
          <a:prstGeom prst="rect">
            <a:avLst/>
          </a:prstGeom>
          <a:noFill/>
        </p:spPr>
        <p:txBody>
          <a:bodyPr wrap="square" rtlCol="0">
            <a:spAutoFit/>
          </a:bodyPr>
          <a:lstStyle/>
          <a:p>
            <a:r>
              <a:rPr lang="en-IN" sz="2400" dirty="0">
                <a:solidFill>
                  <a:schemeClr val="accent6"/>
                </a:solidFill>
                <a:latin typeface="Arial Black" panose="020B0A04020102020204" pitchFamily="34" charset="0"/>
              </a:rPr>
              <a:t>1. ABSTRACT</a:t>
            </a:r>
          </a:p>
        </p:txBody>
      </p:sp>
      <p:sp>
        <p:nvSpPr>
          <p:cNvPr id="87" name="TextBox 86">
            <a:extLst>
              <a:ext uri="{FF2B5EF4-FFF2-40B4-BE49-F238E27FC236}">
                <a16:creationId xmlns:a16="http://schemas.microsoft.com/office/drawing/2014/main" id="{57823A09-1ADD-7FBD-D6A3-CD254C3C1E5C}"/>
              </a:ext>
            </a:extLst>
          </p:cNvPr>
          <p:cNvSpPr txBox="1"/>
          <p:nvPr/>
        </p:nvSpPr>
        <p:spPr>
          <a:xfrm>
            <a:off x="4509586" y="1358790"/>
            <a:ext cx="4714240" cy="461665"/>
          </a:xfrm>
          <a:prstGeom prst="rect">
            <a:avLst/>
          </a:prstGeom>
          <a:noFill/>
        </p:spPr>
        <p:txBody>
          <a:bodyPr wrap="square" rtlCol="0">
            <a:spAutoFit/>
          </a:bodyPr>
          <a:lstStyle/>
          <a:p>
            <a:r>
              <a:rPr lang="en-IN" sz="2400" dirty="0">
                <a:solidFill>
                  <a:schemeClr val="accent4"/>
                </a:solidFill>
                <a:latin typeface="Arial Black" panose="020B0A04020102020204" pitchFamily="34" charset="0"/>
              </a:rPr>
              <a:t>2. INTRODUCTION</a:t>
            </a:r>
          </a:p>
        </p:txBody>
      </p:sp>
      <p:sp>
        <p:nvSpPr>
          <p:cNvPr id="88" name="TextBox 87">
            <a:extLst>
              <a:ext uri="{FF2B5EF4-FFF2-40B4-BE49-F238E27FC236}">
                <a16:creationId xmlns:a16="http://schemas.microsoft.com/office/drawing/2014/main" id="{12E74D34-D741-B30B-4595-38EDF3C4DCD7}"/>
              </a:ext>
            </a:extLst>
          </p:cNvPr>
          <p:cNvSpPr txBox="1"/>
          <p:nvPr/>
        </p:nvSpPr>
        <p:spPr>
          <a:xfrm>
            <a:off x="4509586" y="2322261"/>
            <a:ext cx="5630094" cy="461665"/>
          </a:xfrm>
          <a:prstGeom prst="rect">
            <a:avLst/>
          </a:prstGeom>
          <a:noFill/>
        </p:spPr>
        <p:txBody>
          <a:bodyPr wrap="square" rtlCol="0">
            <a:spAutoFit/>
          </a:bodyPr>
          <a:lstStyle/>
          <a:p>
            <a:r>
              <a:rPr lang="en-IN" sz="2400" dirty="0">
                <a:solidFill>
                  <a:schemeClr val="accent4">
                    <a:lumMod val="20000"/>
                    <a:lumOff val="80000"/>
                  </a:schemeClr>
                </a:solidFill>
                <a:latin typeface="Arial Black" panose="020B0A04020102020204" pitchFamily="34" charset="0"/>
              </a:rPr>
              <a:t>3. HARDWARE REQUIREMENTS</a:t>
            </a:r>
          </a:p>
        </p:txBody>
      </p:sp>
      <p:sp>
        <p:nvSpPr>
          <p:cNvPr id="89" name="TextBox 88">
            <a:extLst>
              <a:ext uri="{FF2B5EF4-FFF2-40B4-BE49-F238E27FC236}">
                <a16:creationId xmlns:a16="http://schemas.microsoft.com/office/drawing/2014/main" id="{5930571A-5BF6-8ED4-52B9-25425E3445B9}"/>
              </a:ext>
            </a:extLst>
          </p:cNvPr>
          <p:cNvSpPr txBox="1"/>
          <p:nvPr/>
        </p:nvSpPr>
        <p:spPr>
          <a:xfrm>
            <a:off x="4534104" y="3285732"/>
            <a:ext cx="5502372" cy="461665"/>
          </a:xfrm>
          <a:prstGeom prst="rect">
            <a:avLst/>
          </a:prstGeom>
          <a:noFill/>
        </p:spPr>
        <p:txBody>
          <a:bodyPr wrap="square" rtlCol="0">
            <a:spAutoFit/>
          </a:bodyPr>
          <a:lstStyle/>
          <a:p>
            <a:r>
              <a:rPr lang="en-IN" sz="2400" dirty="0">
                <a:solidFill>
                  <a:schemeClr val="accent2">
                    <a:lumMod val="20000"/>
                    <a:lumOff val="80000"/>
                  </a:schemeClr>
                </a:solidFill>
                <a:latin typeface="Arial Black" panose="020B0A04020102020204" pitchFamily="34" charset="0"/>
              </a:rPr>
              <a:t>4. SOFTWARE REQUIREMENTS</a:t>
            </a:r>
          </a:p>
        </p:txBody>
      </p:sp>
      <p:sp>
        <p:nvSpPr>
          <p:cNvPr id="90" name="TextBox 89">
            <a:extLst>
              <a:ext uri="{FF2B5EF4-FFF2-40B4-BE49-F238E27FC236}">
                <a16:creationId xmlns:a16="http://schemas.microsoft.com/office/drawing/2014/main" id="{34C33B43-E942-422B-FCB4-53D276953B0D}"/>
              </a:ext>
            </a:extLst>
          </p:cNvPr>
          <p:cNvSpPr txBox="1"/>
          <p:nvPr/>
        </p:nvSpPr>
        <p:spPr>
          <a:xfrm>
            <a:off x="4534104" y="5203124"/>
            <a:ext cx="5486781" cy="830997"/>
          </a:xfrm>
          <a:prstGeom prst="rect">
            <a:avLst/>
          </a:prstGeom>
          <a:noFill/>
        </p:spPr>
        <p:txBody>
          <a:bodyPr wrap="square" rtlCol="0">
            <a:spAutoFit/>
          </a:bodyPr>
          <a:lstStyle/>
          <a:p>
            <a:r>
              <a:rPr lang="en-IN" sz="2400" dirty="0">
                <a:solidFill>
                  <a:schemeClr val="bg1">
                    <a:lumMod val="85000"/>
                  </a:schemeClr>
                </a:solidFill>
                <a:latin typeface="Arial Black" panose="020B0A04020102020204" pitchFamily="34" charset="0"/>
              </a:rPr>
              <a:t>6. EXISTING AND PROPOSED SOLUTION</a:t>
            </a:r>
          </a:p>
        </p:txBody>
      </p:sp>
      <p:sp>
        <p:nvSpPr>
          <p:cNvPr id="91" name="TextBox 90">
            <a:extLst>
              <a:ext uri="{FF2B5EF4-FFF2-40B4-BE49-F238E27FC236}">
                <a16:creationId xmlns:a16="http://schemas.microsoft.com/office/drawing/2014/main" id="{9333DA4D-3A15-0647-EEE8-C528E84E0B9B}"/>
              </a:ext>
            </a:extLst>
          </p:cNvPr>
          <p:cNvSpPr txBox="1"/>
          <p:nvPr/>
        </p:nvSpPr>
        <p:spPr>
          <a:xfrm>
            <a:off x="4549696" y="4244428"/>
            <a:ext cx="4714240" cy="461665"/>
          </a:xfrm>
          <a:prstGeom prst="rect">
            <a:avLst/>
          </a:prstGeom>
          <a:noFill/>
        </p:spPr>
        <p:txBody>
          <a:bodyPr wrap="square" rtlCol="0">
            <a:spAutoFit/>
          </a:bodyPr>
          <a:lstStyle/>
          <a:p>
            <a:r>
              <a:rPr lang="en-IN" sz="2400" dirty="0">
                <a:solidFill>
                  <a:schemeClr val="accent6">
                    <a:lumMod val="60000"/>
                    <a:lumOff val="40000"/>
                  </a:schemeClr>
                </a:solidFill>
                <a:latin typeface="Arial Black" panose="020B0A04020102020204" pitchFamily="34" charset="0"/>
              </a:rPr>
              <a:t>5. ADVANTAGES</a:t>
            </a:r>
          </a:p>
        </p:txBody>
      </p:sp>
    </p:spTree>
    <p:extLst>
      <p:ext uri="{BB962C8B-B14F-4D97-AF65-F5344CB8AC3E}">
        <p14:creationId xmlns:p14="http://schemas.microsoft.com/office/powerpoint/2010/main" val="3319179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anim calcmode="lin" valueType="num">
                                      <p:cBhvr additive="base">
                                        <p:cTn id="7" dur="500" fill="hold"/>
                                        <p:tgtEl>
                                          <p:spTgt spid="80"/>
                                        </p:tgtEl>
                                        <p:attrNameLst>
                                          <p:attrName>ppt_x</p:attrName>
                                        </p:attrNameLst>
                                      </p:cBhvr>
                                      <p:tavLst>
                                        <p:tav tm="0">
                                          <p:val>
                                            <p:strVal val="#ppt_x"/>
                                          </p:val>
                                        </p:tav>
                                        <p:tav tm="100000">
                                          <p:val>
                                            <p:strVal val="#ppt_x"/>
                                          </p:val>
                                        </p:tav>
                                      </p:tavLst>
                                    </p:anim>
                                    <p:anim calcmode="lin" valueType="num">
                                      <p:cBhvr additive="base">
                                        <p:cTn id="8" dur="500" fill="hold"/>
                                        <p:tgtEl>
                                          <p:spTgt spid="8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anim calcmode="lin" valueType="num">
                                      <p:cBhvr additive="base">
                                        <p:cTn id="15" dur="500" fill="hold"/>
                                        <p:tgtEl>
                                          <p:spTgt spid="76"/>
                                        </p:tgtEl>
                                        <p:attrNameLst>
                                          <p:attrName>ppt_x</p:attrName>
                                        </p:attrNameLst>
                                      </p:cBhvr>
                                      <p:tavLst>
                                        <p:tav tm="0">
                                          <p:val>
                                            <p:strVal val="#ppt_x"/>
                                          </p:val>
                                        </p:tav>
                                        <p:tav tm="100000">
                                          <p:val>
                                            <p:strVal val="#ppt_x"/>
                                          </p:val>
                                        </p:tav>
                                      </p:tavLst>
                                    </p:anim>
                                    <p:anim calcmode="lin" valueType="num">
                                      <p:cBhvr additive="base">
                                        <p:cTn id="16" dur="500" fill="hold"/>
                                        <p:tgtEl>
                                          <p:spTgt spid="7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5"/>
                                        </p:tgtEl>
                                        <p:attrNameLst>
                                          <p:attrName>style.visibility</p:attrName>
                                        </p:attrNameLst>
                                      </p:cBhvr>
                                      <p:to>
                                        <p:strVal val="visible"/>
                                      </p:to>
                                    </p:set>
                                    <p:anim calcmode="lin" valueType="num">
                                      <p:cBhvr additive="base">
                                        <p:cTn id="19" dur="500" fill="hold"/>
                                        <p:tgtEl>
                                          <p:spTgt spid="75"/>
                                        </p:tgtEl>
                                        <p:attrNameLst>
                                          <p:attrName>ppt_x</p:attrName>
                                        </p:attrNameLst>
                                      </p:cBhvr>
                                      <p:tavLst>
                                        <p:tav tm="0">
                                          <p:val>
                                            <p:strVal val="#ppt_x"/>
                                          </p:val>
                                        </p:tav>
                                        <p:tav tm="100000">
                                          <p:val>
                                            <p:strVal val="#ppt_x"/>
                                          </p:val>
                                        </p:tav>
                                      </p:tavLst>
                                    </p:anim>
                                    <p:anim calcmode="lin" valueType="num">
                                      <p:cBhvr additive="base">
                                        <p:cTn id="20" dur="500" fill="hold"/>
                                        <p:tgtEl>
                                          <p:spTgt spid="7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4"/>
                                        </p:tgtEl>
                                        <p:attrNameLst>
                                          <p:attrName>style.visibility</p:attrName>
                                        </p:attrNameLst>
                                      </p:cBhvr>
                                      <p:to>
                                        <p:strVal val="visible"/>
                                      </p:to>
                                    </p:set>
                                    <p:anim calcmode="lin" valueType="num">
                                      <p:cBhvr additive="base">
                                        <p:cTn id="23" dur="500" fill="hold"/>
                                        <p:tgtEl>
                                          <p:spTgt spid="74"/>
                                        </p:tgtEl>
                                        <p:attrNameLst>
                                          <p:attrName>ppt_x</p:attrName>
                                        </p:attrNameLst>
                                      </p:cBhvr>
                                      <p:tavLst>
                                        <p:tav tm="0">
                                          <p:val>
                                            <p:strVal val="#ppt_x"/>
                                          </p:val>
                                        </p:tav>
                                        <p:tav tm="100000">
                                          <p:val>
                                            <p:strVal val="#ppt_x"/>
                                          </p:val>
                                        </p:tav>
                                      </p:tavLst>
                                    </p:anim>
                                    <p:anim calcmode="lin" valueType="num">
                                      <p:cBhvr additive="base">
                                        <p:cTn id="24" dur="500" fill="hold"/>
                                        <p:tgtEl>
                                          <p:spTgt spid="7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3"/>
                                        </p:tgtEl>
                                        <p:attrNameLst>
                                          <p:attrName>style.visibility</p:attrName>
                                        </p:attrNameLst>
                                      </p:cBhvr>
                                      <p:to>
                                        <p:strVal val="visible"/>
                                      </p:to>
                                    </p:set>
                                    <p:anim calcmode="lin" valueType="num">
                                      <p:cBhvr additive="base">
                                        <p:cTn id="27" dur="500" fill="hold"/>
                                        <p:tgtEl>
                                          <p:spTgt spid="73"/>
                                        </p:tgtEl>
                                        <p:attrNameLst>
                                          <p:attrName>ppt_x</p:attrName>
                                        </p:attrNameLst>
                                      </p:cBhvr>
                                      <p:tavLst>
                                        <p:tav tm="0">
                                          <p:val>
                                            <p:strVal val="#ppt_x"/>
                                          </p:val>
                                        </p:tav>
                                        <p:tav tm="100000">
                                          <p:val>
                                            <p:strVal val="#ppt_x"/>
                                          </p:val>
                                        </p:tav>
                                      </p:tavLst>
                                    </p:anim>
                                    <p:anim calcmode="lin" valueType="num">
                                      <p:cBhvr additive="base">
                                        <p:cTn id="28" dur="500" fill="hold"/>
                                        <p:tgtEl>
                                          <p:spTgt spid="7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2"/>
                                        </p:tgtEl>
                                        <p:attrNameLst>
                                          <p:attrName>style.visibility</p:attrName>
                                        </p:attrNameLst>
                                      </p:cBhvr>
                                      <p:to>
                                        <p:strVal val="visible"/>
                                      </p:to>
                                    </p:set>
                                    <p:anim calcmode="lin" valueType="num">
                                      <p:cBhvr additive="base">
                                        <p:cTn id="31" dur="500" fill="hold"/>
                                        <p:tgtEl>
                                          <p:spTgt spid="72"/>
                                        </p:tgtEl>
                                        <p:attrNameLst>
                                          <p:attrName>ppt_x</p:attrName>
                                        </p:attrNameLst>
                                      </p:cBhvr>
                                      <p:tavLst>
                                        <p:tav tm="0">
                                          <p:val>
                                            <p:strVal val="#ppt_x"/>
                                          </p:val>
                                        </p:tav>
                                        <p:tav tm="100000">
                                          <p:val>
                                            <p:strVal val="#ppt_x"/>
                                          </p:val>
                                        </p:tav>
                                      </p:tavLst>
                                    </p:anim>
                                    <p:anim calcmode="lin" valueType="num">
                                      <p:cBhvr additive="base">
                                        <p:cTn id="32" dur="500" fill="hold"/>
                                        <p:tgtEl>
                                          <p:spTgt spid="7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71"/>
                                        </p:tgtEl>
                                        <p:attrNameLst>
                                          <p:attrName>style.visibility</p:attrName>
                                        </p:attrNameLst>
                                      </p:cBhvr>
                                      <p:to>
                                        <p:strVal val="visible"/>
                                      </p:to>
                                    </p:set>
                                    <p:anim calcmode="lin" valueType="num">
                                      <p:cBhvr additive="base">
                                        <p:cTn id="35" dur="500" fill="hold"/>
                                        <p:tgtEl>
                                          <p:spTgt spid="71"/>
                                        </p:tgtEl>
                                        <p:attrNameLst>
                                          <p:attrName>ppt_x</p:attrName>
                                        </p:attrNameLst>
                                      </p:cBhvr>
                                      <p:tavLst>
                                        <p:tav tm="0">
                                          <p:val>
                                            <p:strVal val="#ppt_x"/>
                                          </p:val>
                                        </p:tav>
                                        <p:tav tm="100000">
                                          <p:val>
                                            <p:strVal val="#ppt_x"/>
                                          </p:val>
                                        </p:tav>
                                      </p:tavLst>
                                    </p:anim>
                                    <p:anim calcmode="lin" valueType="num">
                                      <p:cBhvr additive="base">
                                        <p:cTn id="36" dur="500" fill="hold"/>
                                        <p:tgtEl>
                                          <p:spTgt spid="7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69"/>
                                        </p:tgtEl>
                                        <p:attrNameLst>
                                          <p:attrName>style.visibility</p:attrName>
                                        </p:attrNameLst>
                                      </p:cBhvr>
                                      <p:to>
                                        <p:strVal val="visible"/>
                                      </p:to>
                                    </p:set>
                                    <p:anim calcmode="lin" valueType="num">
                                      <p:cBhvr additive="base">
                                        <p:cTn id="39" dur="500" fill="hold"/>
                                        <p:tgtEl>
                                          <p:spTgt spid="69"/>
                                        </p:tgtEl>
                                        <p:attrNameLst>
                                          <p:attrName>ppt_x</p:attrName>
                                        </p:attrNameLst>
                                      </p:cBhvr>
                                      <p:tavLst>
                                        <p:tav tm="0">
                                          <p:val>
                                            <p:strVal val="#ppt_x"/>
                                          </p:val>
                                        </p:tav>
                                        <p:tav tm="100000">
                                          <p:val>
                                            <p:strVal val="#ppt_x"/>
                                          </p:val>
                                        </p:tav>
                                      </p:tavLst>
                                    </p:anim>
                                    <p:anim calcmode="lin" valueType="num">
                                      <p:cBhvr additive="base">
                                        <p:cTn id="40" dur="500" fill="hold"/>
                                        <p:tgtEl>
                                          <p:spTgt spid="6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7"/>
                                        </p:tgtEl>
                                        <p:attrNameLst>
                                          <p:attrName>style.visibility</p:attrName>
                                        </p:attrNameLst>
                                      </p:cBhvr>
                                      <p:to>
                                        <p:strVal val="visible"/>
                                      </p:to>
                                    </p:set>
                                    <p:anim calcmode="lin" valueType="num">
                                      <p:cBhvr additive="base">
                                        <p:cTn id="43" dur="500" fill="hold"/>
                                        <p:tgtEl>
                                          <p:spTgt spid="67"/>
                                        </p:tgtEl>
                                        <p:attrNameLst>
                                          <p:attrName>ppt_x</p:attrName>
                                        </p:attrNameLst>
                                      </p:cBhvr>
                                      <p:tavLst>
                                        <p:tav tm="0">
                                          <p:val>
                                            <p:strVal val="#ppt_x"/>
                                          </p:val>
                                        </p:tav>
                                        <p:tav tm="100000">
                                          <p:val>
                                            <p:strVal val="#ppt_x"/>
                                          </p:val>
                                        </p:tav>
                                      </p:tavLst>
                                    </p:anim>
                                    <p:anim calcmode="lin" valueType="num">
                                      <p:cBhvr additive="base">
                                        <p:cTn id="44" dur="500" fill="hold"/>
                                        <p:tgtEl>
                                          <p:spTgt spid="67"/>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65"/>
                                        </p:tgtEl>
                                        <p:attrNameLst>
                                          <p:attrName>style.visibility</p:attrName>
                                        </p:attrNameLst>
                                      </p:cBhvr>
                                      <p:to>
                                        <p:strVal val="visible"/>
                                      </p:to>
                                    </p:set>
                                    <p:anim calcmode="lin" valueType="num">
                                      <p:cBhvr additive="base">
                                        <p:cTn id="47" dur="500" fill="hold"/>
                                        <p:tgtEl>
                                          <p:spTgt spid="65"/>
                                        </p:tgtEl>
                                        <p:attrNameLst>
                                          <p:attrName>ppt_x</p:attrName>
                                        </p:attrNameLst>
                                      </p:cBhvr>
                                      <p:tavLst>
                                        <p:tav tm="0">
                                          <p:val>
                                            <p:strVal val="#ppt_x"/>
                                          </p:val>
                                        </p:tav>
                                        <p:tav tm="100000">
                                          <p:val>
                                            <p:strVal val="#ppt_x"/>
                                          </p:val>
                                        </p:tav>
                                      </p:tavLst>
                                    </p:anim>
                                    <p:anim calcmode="lin" valueType="num">
                                      <p:cBhvr additive="base">
                                        <p:cTn id="48" dur="500" fill="hold"/>
                                        <p:tgtEl>
                                          <p:spTgt spid="6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63"/>
                                        </p:tgtEl>
                                        <p:attrNameLst>
                                          <p:attrName>style.visibility</p:attrName>
                                        </p:attrNameLst>
                                      </p:cBhvr>
                                      <p:to>
                                        <p:strVal val="visible"/>
                                      </p:to>
                                    </p:set>
                                    <p:anim calcmode="lin" valueType="num">
                                      <p:cBhvr additive="base">
                                        <p:cTn id="51" dur="500" fill="hold"/>
                                        <p:tgtEl>
                                          <p:spTgt spid="63"/>
                                        </p:tgtEl>
                                        <p:attrNameLst>
                                          <p:attrName>ppt_x</p:attrName>
                                        </p:attrNameLst>
                                      </p:cBhvr>
                                      <p:tavLst>
                                        <p:tav tm="0">
                                          <p:val>
                                            <p:strVal val="#ppt_x"/>
                                          </p:val>
                                        </p:tav>
                                        <p:tav tm="100000">
                                          <p:val>
                                            <p:strVal val="#ppt_x"/>
                                          </p:val>
                                        </p:tav>
                                      </p:tavLst>
                                    </p:anim>
                                    <p:anim calcmode="lin" valueType="num">
                                      <p:cBhvr additive="base">
                                        <p:cTn id="52" dur="500" fill="hold"/>
                                        <p:tgtEl>
                                          <p:spTgt spid="6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62"/>
                                        </p:tgtEl>
                                        <p:attrNameLst>
                                          <p:attrName>style.visibility</p:attrName>
                                        </p:attrNameLst>
                                      </p:cBhvr>
                                      <p:to>
                                        <p:strVal val="visible"/>
                                      </p:to>
                                    </p:set>
                                    <p:anim calcmode="lin" valueType="num">
                                      <p:cBhvr additive="base">
                                        <p:cTn id="55" dur="500" fill="hold"/>
                                        <p:tgtEl>
                                          <p:spTgt spid="62"/>
                                        </p:tgtEl>
                                        <p:attrNameLst>
                                          <p:attrName>ppt_x</p:attrName>
                                        </p:attrNameLst>
                                      </p:cBhvr>
                                      <p:tavLst>
                                        <p:tav tm="0">
                                          <p:val>
                                            <p:strVal val="#ppt_x"/>
                                          </p:val>
                                        </p:tav>
                                        <p:tav tm="100000">
                                          <p:val>
                                            <p:strVal val="#ppt_x"/>
                                          </p:val>
                                        </p:tav>
                                      </p:tavLst>
                                    </p:anim>
                                    <p:anim calcmode="lin" valueType="num">
                                      <p:cBhvr additive="base">
                                        <p:cTn id="56"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83"/>
                                        </p:tgtEl>
                                        <p:attrNameLst>
                                          <p:attrName>style.visibility</p:attrName>
                                        </p:attrNameLst>
                                      </p:cBhvr>
                                      <p:to>
                                        <p:strVal val="visible"/>
                                      </p:to>
                                    </p:set>
                                    <p:anim calcmode="lin" valueType="num">
                                      <p:cBhvr additive="base">
                                        <p:cTn id="61" dur="500" fill="hold"/>
                                        <p:tgtEl>
                                          <p:spTgt spid="83"/>
                                        </p:tgtEl>
                                        <p:attrNameLst>
                                          <p:attrName>ppt_x</p:attrName>
                                        </p:attrNameLst>
                                      </p:cBhvr>
                                      <p:tavLst>
                                        <p:tav tm="0">
                                          <p:val>
                                            <p:strVal val="#ppt_x"/>
                                          </p:val>
                                        </p:tav>
                                        <p:tav tm="100000">
                                          <p:val>
                                            <p:strVal val="#ppt_x"/>
                                          </p:val>
                                        </p:tav>
                                      </p:tavLst>
                                    </p:anim>
                                    <p:anim calcmode="lin" valueType="num">
                                      <p:cBhvr additive="base">
                                        <p:cTn id="62" dur="500" fill="hold"/>
                                        <p:tgtEl>
                                          <p:spTgt spid="83"/>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87"/>
                                        </p:tgtEl>
                                        <p:attrNameLst>
                                          <p:attrName>style.visibility</p:attrName>
                                        </p:attrNameLst>
                                      </p:cBhvr>
                                      <p:to>
                                        <p:strVal val="visible"/>
                                      </p:to>
                                    </p:set>
                                    <p:anim calcmode="lin" valueType="num">
                                      <p:cBhvr additive="base">
                                        <p:cTn id="65" dur="500" fill="hold"/>
                                        <p:tgtEl>
                                          <p:spTgt spid="87"/>
                                        </p:tgtEl>
                                        <p:attrNameLst>
                                          <p:attrName>ppt_x</p:attrName>
                                        </p:attrNameLst>
                                      </p:cBhvr>
                                      <p:tavLst>
                                        <p:tav tm="0">
                                          <p:val>
                                            <p:strVal val="#ppt_x"/>
                                          </p:val>
                                        </p:tav>
                                        <p:tav tm="100000">
                                          <p:val>
                                            <p:strVal val="#ppt_x"/>
                                          </p:val>
                                        </p:tav>
                                      </p:tavLst>
                                    </p:anim>
                                    <p:anim calcmode="lin" valueType="num">
                                      <p:cBhvr additive="base">
                                        <p:cTn id="66" dur="500" fill="hold"/>
                                        <p:tgtEl>
                                          <p:spTgt spid="87"/>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88"/>
                                        </p:tgtEl>
                                        <p:attrNameLst>
                                          <p:attrName>style.visibility</p:attrName>
                                        </p:attrNameLst>
                                      </p:cBhvr>
                                      <p:to>
                                        <p:strVal val="visible"/>
                                      </p:to>
                                    </p:set>
                                    <p:anim calcmode="lin" valueType="num">
                                      <p:cBhvr additive="base">
                                        <p:cTn id="69" dur="500" fill="hold"/>
                                        <p:tgtEl>
                                          <p:spTgt spid="88"/>
                                        </p:tgtEl>
                                        <p:attrNameLst>
                                          <p:attrName>ppt_x</p:attrName>
                                        </p:attrNameLst>
                                      </p:cBhvr>
                                      <p:tavLst>
                                        <p:tav tm="0">
                                          <p:val>
                                            <p:strVal val="#ppt_x"/>
                                          </p:val>
                                        </p:tav>
                                        <p:tav tm="100000">
                                          <p:val>
                                            <p:strVal val="#ppt_x"/>
                                          </p:val>
                                        </p:tav>
                                      </p:tavLst>
                                    </p:anim>
                                    <p:anim calcmode="lin" valueType="num">
                                      <p:cBhvr additive="base">
                                        <p:cTn id="70" dur="500" fill="hold"/>
                                        <p:tgtEl>
                                          <p:spTgt spid="88"/>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89"/>
                                        </p:tgtEl>
                                        <p:attrNameLst>
                                          <p:attrName>style.visibility</p:attrName>
                                        </p:attrNameLst>
                                      </p:cBhvr>
                                      <p:to>
                                        <p:strVal val="visible"/>
                                      </p:to>
                                    </p:set>
                                    <p:anim calcmode="lin" valueType="num">
                                      <p:cBhvr additive="base">
                                        <p:cTn id="73" dur="500" fill="hold"/>
                                        <p:tgtEl>
                                          <p:spTgt spid="89"/>
                                        </p:tgtEl>
                                        <p:attrNameLst>
                                          <p:attrName>ppt_x</p:attrName>
                                        </p:attrNameLst>
                                      </p:cBhvr>
                                      <p:tavLst>
                                        <p:tav tm="0">
                                          <p:val>
                                            <p:strVal val="#ppt_x"/>
                                          </p:val>
                                        </p:tav>
                                        <p:tav tm="100000">
                                          <p:val>
                                            <p:strVal val="#ppt_x"/>
                                          </p:val>
                                        </p:tav>
                                      </p:tavLst>
                                    </p:anim>
                                    <p:anim calcmode="lin" valueType="num">
                                      <p:cBhvr additive="base">
                                        <p:cTn id="74" dur="500" fill="hold"/>
                                        <p:tgtEl>
                                          <p:spTgt spid="89"/>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90"/>
                                        </p:tgtEl>
                                        <p:attrNameLst>
                                          <p:attrName>style.visibility</p:attrName>
                                        </p:attrNameLst>
                                      </p:cBhvr>
                                      <p:to>
                                        <p:strVal val="visible"/>
                                      </p:to>
                                    </p:set>
                                    <p:anim calcmode="lin" valueType="num">
                                      <p:cBhvr additive="base">
                                        <p:cTn id="77" dur="500" fill="hold"/>
                                        <p:tgtEl>
                                          <p:spTgt spid="90"/>
                                        </p:tgtEl>
                                        <p:attrNameLst>
                                          <p:attrName>ppt_x</p:attrName>
                                        </p:attrNameLst>
                                      </p:cBhvr>
                                      <p:tavLst>
                                        <p:tav tm="0">
                                          <p:val>
                                            <p:strVal val="#ppt_x"/>
                                          </p:val>
                                        </p:tav>
                                        <p:tav tm="100000">
                                          <p:val>
                                            <p:strVal val="#ppt_x"/>
                                          </p:val>
                                        </p:tav>
                                      </p:tavLst>
                                    </p:anim>
                                    <p:anim calcmode="lin" valueType="num">
                                      <p:cBhvr additive="base">
                                        <p:cTn id="78" dur="500" fill="hold"/>
                                        <p:tgtEl>
                                          <p:spTgt spid="90"/>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91"/>
                                        </p:tgtEl>
                                        <p:attrNameLst>
                                          <p:attrName>style.visibility</p:attrName>
                                        </p:attrNameLst>
                                      </p:cBhvr>
                                      <p:to>
                                        <p:strVal val="visible"/>
                                      </p:to>
                                    </p:set>
                                    <p:anim calcmode="lin" valueType="num">
                                      <p:cBhvr additive="base">
                                        <p:cTn id="81" dur="500" fill="hold"/>
                                        <p:tgtEl>
                                          <p:spTgt spid="91"/>
                                        </p:tgtEl>
                                        <p:attrNameLst>
                                          <p:attrName>ppt_x</p:attrName>
                                        </p:attrNameLst>
                                      </p:cBhvr>
                                      <p:tavLst>
                                        <p:tav tm="0">
                                          <p:val>
                                            <p:strVal val="#ppt_x"/>
                                          </p:val>
                                        </p:tav>
                                        <p:tav tm="100000">
                                          <p:val>
                                            <p:strVal val="#ppt_x"/>
                                          </p:val>
                                        </p:tav>
                                      </p:tavLst>
                                    </p:anim>
                                    <p:anim calcmode="lin" valueType="num">
                                      <p:cBhvr additive="base">
                                        <p:cTn id="82" dur="500" fill="hold"/>
                                        <p:tgtEl>
                                          <p:spTgt spid="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78" grpId="0" animBg="1"/>
      <p:bldP spid="76" grpId="0" animBg="1"/>
      <p:bldP spid="75" grpId="0" animBg="1"/>
      <p:bldP spid="74" grpId="0" animBg="1"/>
      <p:bldP spid="73" grpId="0" animBg="1"/>
      <p:bldP spid="72" grpId="0" animBg="1"/>
      <p:bldP spid="71" grpId="0" animBg="1"/>
      <p:bldP spid="69" grpId="0" animBg="1"/>
      <p:bldP spid="67" grpId="0" animBg="1"/>
      <p:bldP spid="65" grpId="0" animBg="1"/>
      <p:bldP spid="63" grpId="0" animBg="1"/>
      <p:bldP spid="62" grpId="0" animBg="1"/>
      <p:bldP spid="83" grpId="0"/>
      <p:bldP spid="87" grpId="0"/>
      <p:bldP spid="88" grpId="0"/>
      <p:bldP spid="89" grpId="0"/>
      <p:bldP spid="90" grpId="0"/>
      <p:bldP spid="9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448CCB0-E12F-C10A-4B4E-D1BCEBC0F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6C9E0B98-7BCC-2CF3-DAAA-3C6B19407A5D}"/>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Effect>
                      <a14:saturation sat="0"/>
                    </a14:imgEffect>
                  </a14:imgLayer>
                </a14:imgProps>
              </a:ext>
              <a:ext uri="{28A0092B-C50C-407E-A947-70E740481C1C}">
                <a14:useLocalDpi xmlns:a14="http://schemas.microsoft.com/office/drawing/2010/main" val="0"/>
              </a:ext>
            </a:extLst>
          </a:blip>
          <a:srcRect l="7019" t="4273" r="3942" b="7863"/>
          <a:stretch>
            <a:fillRect/>
          </a:stretch>
        </p:blipFill>
        <p:spPr>
          <a:xfrm>
            <a:off x="738552" y="1135760"/>
            <a:ext cx="10714893" cy="4772670"/>
          </a:xfrm>
          <a:prstGeom prst="roundRect">
            <a:avLst/>
          </a:prstGeom>
        </p:spPr>
      </p:pic>
      <p:sp>
        <p:nvSpPr>
          <p:cNvPr id="9" name="TextBox 8">
            <a:extLst>
              <a:ext uri="{FF2B5EF4-FFF2-40B4-BE49-F238E27FC236}">
                <a16:creationId xmlns:a16="http://schemas.microsoft.com/office/drawing/2014/main" id="{BDF4351B-BAFE-36EB-53BD-16DB3A359112}"/>
              </a:ext>
            </a:extLst>
          </p:cNvPr>
          <p:cNvSpPr txBox="1"/>
          <p:nvPr/>
        </p:nvSpPr>
        <p:spPr>
          <a:xfrm>
            <a:off x="1066801" y="534071"/>
            <a:ext cx="4715608" cy="584775"/>
          </a:xfrm>
          <a:prstGeom prst="rect">
            <a:avLst/>
          </a:prstGeom>
          <a:noFill/>
        </p:spPr>
        <p:txBody>
          <a:bodyPr wrap="square" rtlCol="0">
            <a:spAutoFit/>
          </a:bodyPr>
          <a:lstStyle/>
          <a:p>
            <a:r>
              <a:rPr lang="en-IN" sz="3200" b="1" dirty="0">
                <a:solidFill>
                  <a:schemeClr val="bg1"/>
                </a:solidFill>
                <a:latin typeface="Britannic Bold" panose="020B0903060703020204" pitchFamily="34" charset="0"/>
                <a:cs typeface="Times New Roman" panose="02020603050405020304" pitchFamily="18" charset="0"/>
              </a:rPr>
              <a:t>ABSTRACT</a:t>
            </a:r>
          </a:p>
        </p:txBody>
      </p:sp>
      <p:sp>
        <p:nvSpPr>
          <p:cNvPr id="11" name="TextBox 10">
            <a:extLst>
              <a:ext uri="{FF2B5EF4-FFF2-40B4-BE49-F238E27FC236}">
                <a16:creationId xmlns:a16="http://schemas.microsoft.com/office/drawing/2014/main" id="{3EA47525-8818-D5E0-19BA-8D01D2091136}"/>
              </a:ext>
            </a:extLst>
          </p:cNvPr>
          <p:cNvSpPr txBox="1"/>
          <p:nvPr/>
        </p:nvSpPr>
        <p:spPr>
          <a:xfrm>
            <a:off x="1066801" y="1690062"/>
            <a:ext cx="9835662" cy="3647152"/>
          </a:xfrm>
          <a:prstGeom prst="rect">
            <a:avLst/>
          </a:prstGeom>
          <a:noFill/>
        </p:spPr>
        <p:txBody>
          <a:bodyPr wrap="square" rtlCol="0">
            <a:spAutoFit/>
          </a:bodyPr>
          <a:lstStyle/>
          <a:p>
            <a:pPr algn="just"/>
            <a:r>
              <a:rPr lang="en-US" sz="2100" dirty="0">
                <a:solidFill>
                  <a:schemeClr val="bg1"/>
                </a:solidFill>
                <a:latin typeface="Times New Roman" panose="02020603050405020304" pitchFamily="18" charset="0"/>
                <a:cs typeface="Times New Roman" panose="02020603050405020304" pitchFamily="18" charset="0"/>
              </a:rPr>
              <a:t>CodeSense is an AI-based web platform designed to help students understand and analyze Java programs effectively. Many learners can write Java code but struggle to explain logic, identify errors, and analyze time and space complexity. Existing tools mainly focus on code execution rather than conceptual understanding. CodeSense overcomes this limitation by performing static analysis on Java source code without executing it. The system explains program logic in simple English by analyzing loops, conditions, and control structures. It estimates time and space complexity using rule-based techniques. Based on this analysis, the platform suggests better algorithmic approaches to improve performance. CodeSense also integrates the original Java compiler for code validation. Basic debugging support is provided through error tracing and output analysis. Overall, CodeSense acts as an intelligent learning assistant for students</a:t>
            </a:r>
            <a:endParaRPr lang="en-IN" sz="21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9884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5249D-83C8-6314-48B5-D648BD0C8E1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855ACC8-0636-7DCF-0E03-7360750CF8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8132E093-54B7-2AB3-0280-D8AC86F049C2}"/>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Effect>
                      <a14:saturation sat="0"/>
                    </a14:imgEffect>
                  </a14:imgLayer>
                </a14:imgProps>
              </a:ext>
              <a:ext uri="{28A0092B-C50C-407E-A947-70E740481C1C}">
                <a14:useLocalDpi xmlns:a14="http://schemas.microsoft.com/office/drawing/2010/main" val="0"/>
              </a:ext>
            </a:extLst>
          </a:blip>
          <a:srcRect l="7019" t="4273" r="3942" b="7863"/>
          <a:stretch>
            <a:fillRect/>
          </a:stretch>
        </p:blipFill>
        <p:spPr>
          <a:xfrm>
            <a:off x="627185" y="729315"/>
            <a:ext cx="10714893" cy="5527040"/>
          </a:xfrm>
          <a:prstGeom prst="roundRect">
            <a:avLst/>
          </a:prstGeom>
        </p:spPr>
      </p:pic>
      <p:sp>
        <p:nvSpPr>
          <p:cNvPr id="9" name="TextBox 8">
            <a:extLst>
              <a:ext uri="{FF2B5EF4-FFF2-40B4-BE49-F238E27FC236}">
                <a16:creationId xmlns:a16="http://schemas.microsoft.com/office/drawing/2014/main" id="{D0CEFC74-C171-9CF8-5981-4E9EC1ADA34D}"/>
              </a:ext>
            </a:extLst>
          </p:cNvPr>
          <p:cNvSpPr txBox="1"/>
          <p:nvPr/>
        </p:nvSpPr>
        <p:spPr>
          <a:xfrm>
            <a:off x="640081" y="72270"/>
            <a:ext cx="4715608" cy="584775"/>
          </a:xfrm>
          <a:prstGeom prst="rect">
            <a:avLst/>
          </a:prstGeom>
          <a:noFill/>
        </p:spPr>
        <p:txBody>
          <a:bodyPr wrap="square" rtlCol="0">
            <a:spAutoFit/>
          </a:bodyPr>
          <a:lstStyle/>
          <a:p>
            <a:r>
              <a:rPr lang="en-IN" sz="3200" b="1" dirty="0">
                <a:solidFill>
                  <a:schemeClr val="bg1"/>
                </a:solidFill>
                <a:latin typeface="Britannic Bold" panose="020B0903060703020204" pitchFamily="34" charset="0"/>
                <a:cs typeface="Times New Roman" panose="02020603050405020304" pitchFamily="18" charset="0"/>
              </a:rPr>
              <a:t>INTRODUCTION</a:t>
            </a:r>
          </a:p>
        </p:txBody>
      </p:sp>
      <p:sp>
        <p:nvSpPr>
          <p:cNvPr id="11" name="TextBox 10">
            <a:extLst>
              <a:ext uri="{FF2B5EF4-FFF2-40B4-BE49-F238E27FC236}">
                <a16:creationId xmlns:a16="http://schemas.microsoft.com/office/drawing/2014/main" id="{6F6175DB-F6F5-7278-49E1-F33D2668F189}"/>
              </a:ext>
            </a:extLst>
          </p:cNvPr>
          <p:cNvSpPr txBox="1"/>
          <p:nvPr/>
        </p:nvSpPr>
        <p:spPr>
          <a:xfrm>
            <a:off x="1013657" y="1041428"/>
            <a:ext cx="9835662" cy="769441"/>
          </a:xfrm>
          <a:prstGeom prst="rect">
            <a:avLst/>
          </a:prstGeom>
          <a:noFill/>
        </p:spPr>
        <p:txBody>
          <a:bodyPr wrap="square" rtlCol="0">
            <a:spAutoFit/>
          </a:bodyPr>
          <a:lstStyle/>
          <a:p>
            <a:pPr marL="457200" indent="-457200" algn="just">
              <a:buFont typeface="Wingdings" panose="05000000000000000000" pitchFamily="2" charset="2"/>
              <a:buChar char="§"/>
            </a:pPr>
            <a:r>
              <a:rPr lang="en-US" sz="2200" dirty="0">
                <a:solidFill>
                  <a:schemeClr val="bg2"/>
                </a:solidFill>
              </a:rPr>
              <a:t>Programming is a core skill for computer science students, and Java is one of the most widely used programming languages.</a:t>
            </a:r>
            <a:endParaRPr lang="en-IN" sz="2200" dirty="0">
              <a:solidFill>
                <a:schemeClr val="bg2"/>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5AA4AE3-02EC-C500-DF64-9FE484F69168}"/>
              </a:ext>
            </a:extLst>
          </p:cNvPr>
          <p:cNvSpPr txBox="1"/>
          <p:nvPr/>
        </p:nvSpPr>
        <p:spPr>
          <a:xfrm>
            <a:off x="1003497" y="1893808"/>
            <a:ext cx="9835662" cy="769441"/>
          </a:xfrm>
          <a:prstGeom prst="rect">
            <a:avLst/>
          </a:prstGeom>
          <a:noFill/>
        </p:spPr>
        <p:txBody>
          <a:bodyPr wrap="square" rtlCol="0">
            <a:spAutoFit/>
          </a:bodyPr>
          <a:lstStyle/>
          <a:p>
            <a:pPr marL="342900" indent="-342900" algn="just">
              <a:buFont typeface="Wingdings" panose="05000000000000000000" pitchFamily="2" charset="2"/>
              <a:buChar char="§"/>
            </a:pPr>
            <a:r>
              <a:rPr lang="en-US" sz="2200" dirty="0">
                <a:solidFill>
                  <a:schemeClr val="bg2"/>
                </a:solidFill>
              </a:rPr>
              <a:t>Many students can write Java programs but struggle to understand code written by others.</a:t>
            </a:r>
            <a:endParaRPr lang="en-IN" sz="2200" dirty="0">
              <a:solidFill>
                <a:schemeClr val="bg2"/>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4424D48-C42C-FC97-950F-C41F47E4D90D}"/>
              </a:ext>
            </a:extLst>
          </p:cNvPr>
          <p:cNvSpPr txBox="1"/>
          <p:nvPr/>
        </p:nvSpPr>
        <p:spPr>
          <a:xfrm>
            <a:off x="1003497" y="2808132"/>
            <a:ext cx="9835662" cy="769441"/>
          </a:xfrm>
          <a:prstGeom prst="rect">
            <a:avLst/>
          </a:prstGeom>
          <a:noFill/>
        </p:spPr>
        <p:txBody>
          <a:bodyPr wrap="square" rtlCol="0">
            <a:spAutoFit/>
          </a:bodyPr>
          <a:lstStyle/>
          <a:p>
            <a:pPr marL="342900" indent="-342900" algn="just">
              <a:buFont typeface="Wingdings" panose="05000000000000000000" pitchFamily="2" charset="2"/>
              <a:buChar char="§"/>
            </a:pPr>
            <a:r>
              <a:rPr lang="en-US" sz="2200" dirty="0">
                <a:solidFill>
                  <a:schemeClr val="bg2"/>
                </a:solidFill>
              </a:rPr>
              <a:t>Learners often face difficulty in explaining program logic during exams and viva sessions.</a:t>
            </a:r>
            <a:endParaRPr lang="en-IN" sz="2200" dirty="0">
              <a:solidFill>
                <a:schemeClr val="bg2"/>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9D93D92-D908-BA72-1552-6205815FA661}"/>
              </a:ext>
            </a:extLst>
          </p:cNvPr>
          <p:cNvSpPr txBox="1"/>
          <p:nvPr/>
        </p:nvSpPr>
        <p:spPr>
          <a:xfrm>
            <a:off x="1003497" y="3593644"/>
            <a:ext cx="9835662" cy="769441"/>
          </a:xfrm>
          <a:prstGeom prst="rect">
            <a:avLst/>
          </a:prstGeom>
          <a:noFill/>
        </p:spPr>
        <p:txBody>
          <a:bodyPr wrap="square" rtlCol="0">
            <a:spAutoFit/>
          </a:bodyPr>
          <a:lstStyle/>
          <a:p>
            <a:pPr marL="342900" indent="-342900" algn="just">
              <a:buFont typeface="Wingdings" panose="05000000000000000000" pitchFamily="2" charset="2"/>
              <a:buChar char="§"/>
            </a:pPr>
            <a:r>
              <a:rPr lang="en-US" sz="2200" dirty="0">
                <a:solidFill>
                  <a:schemeClr val="bg2"/>
                </a:solidFill>
              </a:rPr>
              <a:t>Existing tools mainly focus on code compilation and execution rather than conceptual understanding.</a:t>
            </a:r>
            <a:endParaRPr lang="en-IN" sz="2200" dirty="0">
              <a:solidFill>
                <a:schemeClr val="bg2"/>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69B07C4-9D5E-41FD-9530-110A892CC144}"/>
              </a:ext>
            </a:extLst>
          </p:cNvPr>
          <p:cNvSpPr txBox="1"/>
          <p:nvPr/>
        </p:nvSpPr>
        <p:spPr>
          <a:xfrm>
            <a:off x="1003497" y="4446362"/>
            <a:ext cx="9835662" cy="769441"/>
          </a:xfrm>
          <a:prstGeom prst="rect">
            <a:avLst/>
          </a:prstGeom>
          <a:noFill/>
        </p:spPr>
        <p:txBody>
          <a:bodyPr wrap="square" rtlCol="0">
            <a:spAutoFit/>
          </a:bodyPr>
          <a:lstStyle/>
          <a:p>
            <a:pPr marL="342900" indent="-342900" algn="just">
              <a:buFont typeface="Wingdings" panose="05000000000000000000" pitchFamily="2" charset="2"/>
              <a:buChar char="§"/>
            </a:pPr>
            <a:r>
              <a:rPr lang="en-US" sz="2200" dirty="0">
                <a:solidFill>
                  <a:schemeClr val="bg2"/>
                </a:solidFill>
              </a:rPr>
              <a:t>Students also find it hard to analyze time and space complexity and identify inefficient approaches.</a:t>
            </a:r>
            <a:endParaRPr lang="en-IN" sz="2200" dirty="0">
              <a:solidFill>
                <a:schemeClr val="bg2"/>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9914054-595B-CA12-95C7-2F0A56526617}"/>
              </a:ext>
            </a:extLst>
          </p:cNvPr>
          <p:cNvSpPr txBox="1"/>
          <p:nvPr/>
        </p:nvSpPr>
        <p:spPr>
          <a:xfrm>
            <a:off x="1013657" y="5235915"/>
            <a:ext cx="9835662" cy="769441"/>
          </a:xfrm>
          <a:prstGeom prst="rect">
            <a:avLst/>
          </a:prstGeom>
          <a:noFill/>
        </p:spPr>
        <p:txBody>
          <a:bodyPr wrap="square" rtlCol="0">
            <a:spAutoFit/>
          </a:bodyPr>
          <a:lstStyle/>
          <a:p>
            <a:pPr marL="342900" indent="-342900" algn="just">
              <a:buFont typeface="Wingdings" panose="05000000000000000000" pitchFamily="2" charset="2"/>
              <a:buChar char="§"/>
            </a:pPr>
            <a:r>
              <a:rPr lang="en-US" sz="2200" dirty="0">
                <a:solidFill>
                  <a:schemeClr val="bg2"/>
                </a:solidFill>
              </a:rPr>
              <a:t>There is a growing need for an intelligent learning platform that helps students understand, analyze, and improve code.</a:t>
            </a:r>
            <a:endParaRPr lang="en-IN" sz="22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48987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2" grpId="0"/>
      <p:bldP spid="3" grpId="0"/>
      <p:bldP spid="4" grpId="0"/>
      <p:bldP spid="6"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673AD-505D-60C6-7CD6-4A91C6EA424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DF5E5BE-2FA0-EE11-5DFD-D62AF3267FCE}"/>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tretch>
            <a:fillRect/>
          </a:stretch>
        </p:blipFill>
        <p:spPr>
          <a:xfrm>
            <a:off x="1479" y="0"/>
            <a:ext cx="12192000" cy="6858000"/>
          </a:xfrm>
          <a:prstGeom prst="rect">
            <a:avLst/>
          </a:prstGeom>
        </p:spPr>
      </p:pic>
      <p:sp>
        <p:nvSpPr>
          <p:cNvPr id="2" name="Rectangle: Rounded Corners 1">
            <a:extLst>
              <a:ext uri="{FF2B5EF4-FFF2-40B4-BE49-F238E27FC236}">
                <a16:creationId xmlns:a16="http://schemas.microsoft.com/office/drawing/2014/main" id="{0535DB40-C8CC-0EDB-7BAF-FF87F97242C1}"/>
              </a:ext>
            </a:extLst>
          </p:cNvPr>
          <p:cNvSpPr/>
          <p:nvPr/>
        </p:nvSpPr>
        <p:spPr>
          <a:xfrm>
            <a:off x="6506308" y="2907324"/>
            <a:ext cx="827927" cy="521676"/>
          </a:xfrm>
          <a:prstGeom prst="roundRect">
            <a:avLst>
              <a:gd name="adj" fmla="val 50000"/>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 name="Graphic 3" descr="Single gear with solid fill">
            <a:extLst>
              <a:ext uri="{FF2B5EF4-FFF2-40B4-BE49-F238E27FC236}">
                <a16:creationId xmlns:a16="http://schemas.microsoft.com/office/drawing/2014/main" id="{B7C9B7B2-3159-683F-6547-9FE61073CE6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6234469" y="2542415"/>
            <a:ext cx="1371601" cy="1371601"/>
          </a:xfrm>
          <a:prstGeom prst="rect">
            <a:avLst/>
          </a:prstGeom>
        </p:spPr>
      </p:pic>
      <p:pic>
        <p:nvPicPr>
          <p:cNvPr id="6" name="Graphic 5" descr="Single gear with solid fill">
            <a:extLst>
              <a:ext uri="{FF2B5EF4-FFF2-40B4-BE49-F238E27FC236}">
                <a16:creationId xmlns:a16="http://schemas.microsoft.com/office/drawing/2014/main" id="{E6B6EACB-C0DC-EF7A-7695-4BC533D37CF3}"/>
              </a:ext>
            </a:extLst>
          </p:cNvPr>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rot="10800000">
            <a:off x="6187580" y="2448634"/>
            <a:ext cx="1465382" cy="1465382"/>
          </a:xfrm>
          <a:prstGeom prst="rect">
            <a:avLst/>
          </a:prstGeom>
        </p:spPr>
      </p:pic>
      <p:grpSp>
        <p:nvGrpSpPr>
          <p:cNvPr id="44" name="Group 43">
            <a:extLst>
              <a:ext uri="{FF2B5EF4-FFF2-40B4-BE49-F238E27FC236}">
                <a16:creationId xmlns:a16="http://schemas.microsoft.com/office/drawing/2014/main" id="{0C84AE28-13F1-7225-DFA3-BD3A3F6300E3}"/>
              </a:ext>
            </a:extLst>
          </p:cNvPr>
          <p:cNvGrpSpPr/>
          <p:nvPr/>
        </p:nvGrpSpPr>
        <p:grpSpPr>
          <a:xfrm>
            <a:off x="3430464" y="-3395295"/>
            <a:ext cx="2639160" cy="2180492"/>
            <a:chOff x="3799743" y="517282"/>
            <a:chExt cx="2639160" cy="2180492"/>
          </a:xfrm>
        </p:grpSpPr>
        <p:sp>
          <p:nvSpPr>
            <p:cNvPr id="22" name="Hexagon 21">
              <a:extLst>
                <a:ext uri="{FF2B5EF4-FFF2-40B4-BE49-F238E27FC236}">
                  <a16:creationId xmlns:a16="http://schemas.microsoft.com/office/drawing/2014/main" id="{114EB3D5-3517-93E2-334C-DC345F828DD1}"/>
                </a:ext>
              </a:extLst>
            </p:cNvPr>
            <p:cNvSpPr/>
            <p:nvPr/>
          </p:nvSpPr>
          <p:spPr>
            <a:xfrm>
              <a:off x="3799743" y="517282"/>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7747976F-381D-0C83-80B4-A5DBEB652DAF}"/>
                </a:ext>
              </a:extLst>
            </p:cNvPr>
            <p:cNvSpPr/>
            <p:nvPr/>
          </p:nvSpPr>
          <p:spPr>
            <a:xfrm>
              <a:off x="4004897" y="645687"/>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lumMod val="65000"/>
                    <a:lumOff val="35000"/>
                  </a:schemeClr>
                </a:solidFill>
              </a:endParaRPr>
            </a:p>
          </p:txBody>
        </p:sp>
        <p:sp>
          <p:nvSpPr>
            <p:cNvPr id="30" name="TextBox 29">
              <a:extLst>
                <a:ext uri="{FF2B5EF4-FFF2-40B4-BE49-F238E27FC236}">
                  <a16:creationId xmlns:a16="http://schemas.microsoft.com/office/drawing/2014/main" id="{04A5321D-7B96-9C7A-9A28-B10A8F26C345}"/>
                </a:ext>
              </a:extLst>
            </p:cNvPr>
            <p:cNvSpPr txBox="1"/>
            <p:nvPr/>
          </p:nvSpPr>
          <p:spPr>
            <a:xfrm>
              <a:off x="4179998" y="991997"/>
              <a:ext cx="2258905" cy="461665"/>
            </a:xfrm>
            <a:prstGeom prst="rect">
              <a:avLst/>
            </a:prstGeom>
            <a:noFill/>
          </p:spPr>
          <p:txBody>
            <a:bodyPr wrap="square" rtlCol="0">
              <a:spAutoFit/>
            </a:bodyPr>
            <a:lstStyle/>
            <a:p>
              <a:r>
                <a:rPr lang="en-IN" sz="2300" b="1" dirty="0">
                  <a:cs typeface="Times New Roman" panose="02020603050405020304" pitchFamily="18" charset="0"/>
                </a:rPr>
                <a:t>PROCESSOR</a:t>
              </a:r>
            </a:p>
          </p:txBody>
        </p:sp>
        <p:sp>
          <p:nvSpPr>
            <p:cNvPr id="36" name="TextBox 35">
              <a:extLst>
                <a:ext uri="{FF2B5EF4-FFF2-40B4-BE49-F238E27FC236}">
                  <a16:creationId xmlns:a16="http://schemas.microsoft.com/office/drawing/2014/main" id="{80FFD6B0-1692-1E6D-0D2A-ED173C29ADEC}"/>
                </a:ext>
              </a:extLst>
            </p:cNvPr>
            <p:cNvSpPr txBox="1"/>
            <p:nvPr/>
          </p:nvSpPr>
          <p:spPr>
            <a:xfrm>
              <a:off x="4339029" y="1424075"/>
              <a:ext cx="1408953" cy="646331"/>
            </a:xfrm>
            <a:prstGeom prst="rect">
              <a:avLst/>
            </a:prstGeom>
            <a:noFill/>
          </p:spPr>
          <p:txBody>
            <a:bodyPr wrap="square" rtlCol="0">
              <a:spAutoFit/>
            </a:bodyPr>
            <a:lstStyle/>
            <a:p>
              <a:r>
                <a:rPr lang="en-US" dirty="0">
                  <a:solidFill>
                    <a:schemeClr val="tx1">
                      <a:lumMod val="65000"/>
                      <a:lumOff val="35000"/>
                    </a:schemeClr>
                  </a:solidFill>
                </a:rPr>
                <a:t>Intel Core i3 or higher</a:t>
              </a:r>
              <a:endParaRPr lang="en-IN" dirty="0">
                <a:solidFill>
                  <a:schemeClr val="tx1">
                    <a:lumMod val="65000"/>
                    <a:lumOff val="35000"/>
                  </a:schemeClr>
                </a:solidFill>
              </a:endParaRPr>
            </a:p>
          </p:txBody>
        </p:sp>
      </p:grpSp>
      <p:grpSp>
        <p:nvGrpSpPr>
          <p:cNvPr id="47" name="Group 46">
            <a:extLst>
              <a:ext uri="{FF2B5EF4-FFF2-40B4-BE49-F238E27FC236}">
                <a16:creationId xmlns:a16="http://schemas.microsoft.com/office/drawing/2014/main" id="{574BA801-F300-3C74-AE34-14B2D30B1F6A}"/>
              </a:ext>
            </a:extLst>
          </p:cNvPr>
          <p:cNvGrpSpPr/>
          <p:nvPr/>
        </p:nvGrpSpPr>
        <p:grpSpPr>
          <a:xfrm>
            <a:off x="14542039" y="2137969"/>
            <a:ext cx="2683863" cy="2180492"/>
            <a:chOff x="9253904" y="2214197"/>
            <a:chExt cx="2683863" cy="2180492"/>
          </a:xfrm>
        </p:grpSpPr>
        <p:sp>
          <p:nvSpPr>
            <p:cNvPr id="20" name="Hexagon 19">
              <a:extLst>
                <a:ext uri="{FF2B5EF4-FFF2-40B4-BE49-F238E27FC236}">
                  <a16:creationId xmlns:a16="http://schemas.microsoft.com/office/drawing/2014/main" id="{F8D39A8E-FAEB-E2E2-95EE-CB30CF0FF823}"/>
                </a:ext>
              </a:extLst>
            </p:cNvPr>
            <p:cNvSpPr/>
            <p:nvPr/>
          </p:nvSpPr>
          <p:spPr>
            <a:xfrm>
              <a:off x="9253904" y="2214197"/>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94B9E61D-2B82-486C-B579-FAB88D1FE747}"/>
                </a:ext>
              </a:extLst>
            </p:cNvPr>
            <p:cNvSpPr/>
            <p:nvPr/>
          </p:nvSpPr>
          <p:spPr>
            <a:xfrm>
              <a:off x="9471513" y="2350295"/>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61BB789D-CBE1-819D-4970-CB5122C01B5A}"/>
                </a:ext>
              </a:extLst>
            </p:cNvPr>
            <p:cNvSpPr txBox="1"/>
            <p:nvPr/>
          </p:nvSpPr>
          <p:spPr>
            <a:xfrm>
              <a:off x="9678862" y="2441211"/>
              <a:ext cx="2258905" cy="800219"/>
            </a:xfrm>
            <a:prstGeom prst="rect">
              <a:avLst/>
            </a:prstGeom>
            <a:noFill/>
          </p:spPr>
          <p:txBody>
            <a:bodyPr wrap="square" rtlCol="0">
              <a:spAutoFit/>
            </a:bodyPr>
            <a:lstStyle/>
            <a:p>
              <a:r>
                <a:rPr lang="en-IN" sz="2300" b="1" dirty="0">
                  <a:cs typeface="Times New Roman" panose="02020603050405020304" pitchFamily="18" charset="0"/>
                </a:rPr>
                <a:t>    INPUT </a:t>
              </a:r>
            </a:p>
            <a:p>
              <a:r>
                <a:rPr lang="en-IN" sz="2300" b="1" dirty="0">
                  <a:cs typeface="Times New Roman" panose="02020603050405020304" pitchFamily="18" charset="0"/>
                </a:rPr>
                <a:t>   DEVICES</a:t>
              </a:r>
            </a:p>
          </p:txBody>
        </p:sp>
        <p:sp>
          <p:nvSpPr>
            <p:cNvPr id="37" name="TextBox 36">
              <a:extLst>
                <a:ext uri="{FF2B5EF4-FFF2-40B4-BE49-F238E27FC236}">
                  <a16:creationId xmlns:a16="http://schemas.microsoft.com/office/drawing/2014/main" id="{5686A029-5B97-0E16-30CD-4A4C0511FD37}"/>
                </a:ext>
              </a:extLst>
            </p:cNvPr>
            <p:cNvSpPr txBox="1"/>
            <p:nvPr/>
          </p:nvSpPr>
          <p:spPr>
            <a:xfrm>
              <a:off x="9918825" y="3200325"/>
              <a:ext cx="1408953" cy="646331"/>
            </a:xfrm>
            <a:prstGeom prst="rect">
              <a:avLst/>
            </a:prstGeom>
            <a:noFill/>
          </p:spPr>
          <p:txBody>
            <a:bodyPr wrap="square" rtlCol="0">
              <a:spAutoFit/>
            </a:bodyPr>
            <a:lstStyle/>
            <a:p>
              <a:r>
                <a:rPr lang="en-IN" dirty="0">
                  <a:solidFill>
                    <a:schemeClr val="tx1">
                      <a:lumMod val="65000"/>
                      <a:lumOff val="35000"/>
                    </a:schemeClr>
                  </a:solidFill>
                </a:rPr>
                <a:t>Keyboard and Mouse </a:t>
              </a:r>
            </a:p>
          </p:txBody>
        </p:sp>
      </p:grpSp>
      <p:grpSp>
        <p:nvGrpSpPr>
          <p:cNvPr id="46" name="Group 45">
            <a:extLst>
              <a:ext uri="{FF2B5EF4-FFF2-40B4-BE49-F238E27FC236}">
                <a16:creationId xmlns:a16="http://schemas.microsoft.com/office/drawing/2014/main" id="{A5B6F069-EC82-F99D-C236-9FB0B6D94805}"/>
              </a:ext>
            </a:extLst>
          </p:cNvPr>
          <p:cNvGrpSpPr/>
          <p:nvPr/>
        </p:nvGrpSpPr>
        <p:grpSpPr>
          <a:xfrm>
            <a:off x="7141916" y="-3480288"/>
            <a:ext cx="2503606" cy="2180492"/>
            <a:chOff x="7585564" y="647701"/>
            <a:chExt cx="2503606" cy="2180492"/>
          </a:xfrm>
        </p:grpSpPr>
        <p:sp>
          <p:nvSpPr>
            <p:cNvPr id="8" name="Hexagon 7">
              <a:extLst>
                <a:ext uri="{FF2B5EF4-FFF2-40B4-BE49-F238E27FC236}">
                  <a16:creationId xmlns:a16="http://schemas.microsoft.com/office/drawing/2014/main" id="{C80051A0-8AF9-E1C4-A5D9-0208FFCBF72C}"/>
                </a:ext>
              </a:extLst>
            </p:cNvPr>
            <p:cNvSpPr/>
            <p:nvPr/>
          </p:nvSpPr>
          <p:spPr>
            <a:xfrm>
              <a:off x="7585564" y="647701"/>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Oval 25">
              <a:extLst>
                <a:ext uri="{FF2B5EF4-FFF2-40B4-BE49-F238E27FC236}">
                  <a16:creationId xmlns:a16="http://schemas.microsoft.com/office/drawing/2014/main" id="{A91C75BB-D924-FDF1-C64D-9108B39632FF}"/>
                </a:ext>
              </a:extLst>
            </p:cNvPr>
            <p:cNvSpPr/>
            <p:nvPr/>
          </p:nvSpPr>
          <p:spPr>
            <a:xfrm>
              <a:off x="7814895" y="740572"/>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3E064F34-76DD-F528-9CFB-B55F1C1EABA9}"/>
                </a:ext>
              </a:extLst>
            </p:cNvPr>
            <p:cNvSpPr txBox="1"/>
            <p:nvPr/>
          </p:nvSpPr>
          <p:spPr>
            <a:xfrm>
              <a:off x="7830265" y="904086"/>
              <a:ext cx="2258905" cy="800219"/>
            </a:xfrm>
            <a:prstGeom prst="rect">
              <a:avLst/>
            </a:prstGeom>
            <a:noFill/>
          </p:spPr>
          <p:txBody>
            <a:bodyPr wrap="square" rtlCol="0">
              <a:spAutoFit/>
            </a:bodyPr>
            <a:lstStyle/>
            <a:p>
              <a:r>
                <a:rPr lang="en-IN" sz="2300" b="1" dirty="0">
                  <a:cs typeface="Times New Roman" panose="02020603050405020304" pitchFamily="18" charset="0"/>
                </a:rPr>
                <a:t>     SYSTEM </a:t>
              </a:r>
            </a:p>
            <a:p>
              <a:r>
                <a:rPr lang="en-IN" sz="2300" b="1" dirty="0">
                  <a:cs typeface="Times New Roman" panose="02020603050405020304" pitchFamily="18" charset="0"/>
                </a:rPr>
                <a:t>ARCHITECTURE</a:t>
              </a:r>
            </a:p>
          </p:txBody>
        </p:sp>
        <p:sp>
          <p:nvSpPr>
            <p:cNvPr id="38" name="TextBox 37">
              <a:extLst>
                <a:ext uri="{FF2B5EF4-FFF2-40B4-BE49-F238E27FC236}">
                  <a16:creationId xmlns:a16="http://schemas.microsoft.com/office/drawing/2014/main" id="{9C179171-C5D7-93E0-3E79-1D36F649DA9D}"/>
                </a:ext>
              </a:extLst>
            </p:cNvPr>
            <p:cNvSpPr txBox="1"/>
            <p:nvPr/>
          </p:nvSpPr>
          <p:spPr>
            <a:xfrm>
              <a:off x="7998456" y="1761313"/>
              <a:ext cx="1778962" cy="369332"/>
            </a:xfrm>
            <a:prstGeom prst="rect">
              <a:avLst/>
            </a:prstGeom>
            <a:noFill/>
          </p:spPr>
          <p:txBody>
            <a:bodyPr wrap="square" rtlCol="0">
              <a:spAutoFit/>
            </a:bodyPr>
            <a:lstStyle/>
            <a:p>
              <a:r>
                <a:rPr lang="en-IN" dirty="0">
                  <a:solidFill>
                    <a:schemeClr val="tx1">
                      <a:lumMod val="65000"/>
                      <a:lumOff val="35000"/>
                    </a:schemeClr>
                  </a:solidFill>
                </a:rPr>
                <a:t>64-bit machine</a:t>
              </a:r>
            </a:p>
          </p:txBody>
        </p:sp>
      </p:grpSp>
      <p:grpSp>
        <p:nvGrpSpPr>
          <p:cNvPr id="45" name="Group 44">
            <a:extLst>
              <a:ext uri="{FF2B5EF4-FFF2-40B4-BE49-F238E27FC236}">
                <a16:creationId xmlns:a16="http://schemas.microsoft.com/office/drawing/2014/main" id="{6264FA65-F406-971D-B3FF-E08DCB93DE83}"/>
              </a:ext>
            </a:extLst>
          </p:cNvPr>
          <p:cNvGrpSpPr/>
          <p:nvPr/>
        </p:nvGrpSpPr>
        <p:grpSpPr>
          <a:xfrm>
            <a:off x="3536331" y="7482254"/>
            <a:ext cx="2807680" cy="2180492"/>
            <a:chOff x="3922845" y="3666393"/>
            <a:chExt cx="2807680" cy="2180492"/>
          </a:xfrm>
        </p:grpSpPr>
        <p:sp>
          <p:nvSpPr>
            <p:cNvPr id="23" name="Hexagon 22">
              <a:extLst>
                <a:ext uri="{FF2B5EF4-FFF2-40B4-BE49-F238E27FC236}">
                  <a16:creationId xmlns:a16="http://schemas.microsoft.com/office/drawing/2014/main" id="{FA0CC65F-409F-DCE5-2A66-649B1EAB2AB9}"/>
                </a:ext>
              </a:extLst>
            </p:cNvPr>
            <p:cNvSpPr/>
            <p:nvPr/>
          </p:nvSpPr>
          <p:spPr>
            <a:xfrm>
              <a:off x="3922845" y="3666393"/>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58068AFD-7086-37A8-EE34-DD661C9C0CEA}"/>
                </a:ext>
              </a:extLst>
            </p:cNvPr>
            <p:cNvSpPr/>
            <p:nvPr/>
          </p:nvSpPr>
          <p:spPr>
            <a:xfrm>
              <a:off x="4140436" y="3790769"/>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095EA5B5-8F73-AD10-A1F7-751326315571}"/>
                </a:ext>
              </a:extLst>
            </p:cNvPr>
            <p:cNvSpPr txBox="1"/>
            <p:nvPr/>
          </p:nvSpPr>
          <p:spPr>
            <a:xfrm>
              <a:off x="4471620" y="4062711"/>
              <a:ext cx="2258905" cy="461665"/>
            </a:xfrm>
            <a:prstGeom prst="rect">
              <a:avLst/>
            </a:prstGeom>
            <a:noFill/>
          </p:spPr>
          <p:txBody>
            <a:bodyPr wrap="square" rtlCol="0">
              <a:spAutoFit/>
            </a:bodyPr>
            <a:lstStyle/>
            <a:p>
              <a:r>
                <a:rPr lang="en-IN" sz="2300" b="1" dirty="0">
                  <a:cs typeface="Times New Roman" panose="02020603050405020304" pitchFamily="18" charset="0"/>
                </a:rPr>
                <a:t>STORAGE</a:t>
              </a:r>
            </a:p>
          </p:txBody>
        </p:sp>
        <p:sp>
          <p:nvSpPr>
            <p:cNvPr id="39" name="TextBox 38">
              <a:extLst>
                <a:ext uri="{FF2B5EF4-FFF2-40B4-BE49-F238E27FC236}">
                  <a16:creationId xmlns:a16="http://schemas.microsoft.com/office/drawing/2014/main" id="{57088958-463C-16E1-5606-3680AF5A2053}"/>
                </a:ext>
              </a:extLst>
            </p:cNvPr>
            <p:cNvSpPr txBox="1"/>
            <p:nvPr/>
          </p:nvSpPr>
          <p:spPr>
            <a:xfrm>
              <a:off x="4339029" y="4404097"/>
              <a:ext cx="1713753" cy="923330"/>
            </a:xfrm>
            <a:prstGeom prst="rect">
              <a:avLst/>
            </a:prstGeom>
            <a:noFill/>
          </p:spPr>
          <p:txBody>
            <a:bodyPr wrap="square" rtlCol="0">
              <a:spAutoFit/>
            </a:bodyPr>
            <a:lstStyle/>
            <a:p>
              <a:r>
                <a:rPr lang="en-US" dirty="0">
                  <a:solidFill>
                    <a:schemeClr val="tx1">
                      <a:lumMod val="65000"/>
                      <a:lumOff val="35000"/>
                    </a:schemeClr>
                  </a:solidFill>
                </a:rPr>
                <a:t>At least 10 GB free hard disk/SSD space</a:t>
              </a:r>
              <a:endParaRPr lang="en-IN" dirty="0">
                <a:solidFill>
                  <a:schemeClr val="tx1">
                    <a:lumMod val="65000"/>
                    <a:lumOff val="35000"/>
                  </a:schemeClr>
                </a:solidFill>
              </a:endParaRPr>
            </a:p>
          </p:txBody>
        </p:sp>
      </p:grpSp>
      <p:grpSp>
        <p:nvGrpSpPr>
          <p:cNvPr id="49" name="Group 48">
            <a:extLst>
              <a:ext uri="{FF2B5EF4-FFF2-40B4-BE49-F238E27FC236}">
                <a16:creationId xmlns:a16="http://schemas.microsoft.com/office/drawing/2014/main" id="{450B9E3C-9135-2E55-2E2D-5C9D7F0F651A}"/>
              </a:ext>
            </a:extLst>
          </p:cNvPr>
          <p:cNvGrpSpPr/>
          <p:nvPr/>
        </p:nvGrpSpPr>
        <p:grpSpPr>
          <a:xfrm>
            <a:off x="-5165170" y="2448634"/>
            <a:ext cx="3054955" cy="2180492"/>
            <a:chOff x="2213459" y="2214197"/>
            <a:chExt cx="3054955" cy="2180492"/>
          </a:xfrm>
        </p:grpSpPr>
        <p:sp>
          <p:nvSpPr>
            <p:cNvPr id="21" name="Hexagon 20">
              <a:extLst>
                <a:ext uri="{FF2B5EF4-FFF2-40B4-BE49-F238E27FC236}">
                  <a16:creationId xmlns:a16="http://schemas.microsoft.com/office/drawing/2014/main" id="{F33CA661-7280-28C7-989F-743580A077C6}"/>
                </a:ext>
              </a:extLst>
            </p:cNvPr>
            <p:cNvSpPr/>
            <p:nvPr/>
          </p:nvSpPr>
          <p:spPr>
            <a:xfrm>
              <a:off x="2213459" y="2214197"/>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CB9BCD07-7E4C-7AAE-F98B-5A7A72714116}"/>
                </a:ext>
              </a:extLst>
            </p:cNvPr>
            <p:cNvSpPr/>
            <p:nvPr/>
          </p:nvSpPr>
          <p:spPr>
            <a:xfrm>
              <a:off x="2421547" y="2337840"/>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B7309224-547C-66C4-1D5A-723160402AB0}"/>
                </a:ext>
              </a:extLst>
            </p:cNvPr>
            <p:cNvSpPr txBox="1"/>
            <p:nvPr/>
          </p:nvSpPr>
          <p:spPr>
            <a:xfrm>
              <a:off x="3009509" y="2540176"/>
              <a:ext cx="2258905" cy="461665"/>
            </a:xfrm>
            <a:prstGeom prst="rect">
              <a:avLst/>
            </a:prstGeom>
            <a:noFill/>
          </p:spPr>
          <p:txBody>
            <a:bodyPr wrap="square" rtlCol="0">
              <a:spAutoFit/>
            </a:bodyPr>
            <a:lstStyle/>
            <a:p>
              <a:r>
                <a:rPr lang="en-IN" sz="2300" b="1" dirty="0">
                  <a:cs typeface="Times New Roman" panose="02020603050405020304" pitchFamily="18" charset="0"/>
                </a:rPr>
                <a:t>RAM</a:t>
              </a:r>
            </a:p>
          </p:txBody>
        </p:sp>
        <p:sp>
          <p:nvSpPr>
            <p:cNvPr id="40" name="TextBox 39">
              <a:extLst>
                <a:ext uri="{FF2B5EF4-FFF2-40B4-BE49-F238E27FC236}">
                  <a16:creationId xmlns:a16="http://schemas.microsoft.com/office/drawing/2014/main" id="{EF4AC19B-561D-F04B-1329-BB3A34605406}"/>
                </a:ext>
              </a:extLst>
            </p:cNvPr>
            <p:cNvSpPr txBox="1"/>
            <p:nvPr/>
          </p:nvSpPr>
          <p:spPr>
            <a:xfrm>
              <a:off x="2674493" y="3028698"/>
              <a:ext cx="1736341" cy="369332"/>
            </a:xfrm>
            <a:prstGeom prst="rect">
              <a:avLst/>
            </a:prstGeom>
            <a:noFill/>
          </p:spPr>
          <p:txBody>
            <a:bodyPr wrap="square" rtlCol="0">
              <a:spAutoFit/>
            </a:bodyPr>
            <a:lstStyle/>
            <a:p>
              <a:r>
                <a:rPr lang="en-IN" dirty="0">
                  <a:solidFill>
                    <a:schemeClr val="tx1">
                      <a:lumMod val="65000"/>
                      <a:lumOff val="35000"/>
                    </a:schemeClr>
                  </a:solidFill>
                </a:rPr>
                <a:t>Minimum 4 GB</a:t>
              </a:r>
            </a:p>
          </p:txBody>
        </p:sp>
      </p:grpSp>
      <p:grpSp>
        <p:nvGrpSpPr>
          <p:cNvPr id="48" name="Group 47">
            <a:extLst>
              <a:ext uri="{FF2B5EF4-FFF2-40B4-BE49-F238E27FC236}">
                <a16:creationId xmlns:a16="http://schemas.microsoft.com/office/drawing/2014/main" id="{72475660-BD65-895E-738E-FDB125EBC22F}"/>
              </a:ext>
            </a:extLst>
          </p:cNvPr>
          <p:cNvGrpSpPr/>
          <p:nvPr/>
        </p:nvGrpSpPr>
        <p:grpSpPr>
          <a:xfrm>
            <a:off x="7334235" y="7367892"/>
            <a:ext cx="2754935" cy="2180492"/>
            <a:chOff x="7442692" y="3587262"/>
            <a:chExt cx="2754935" cy="2180492"/>
          </a:xfrm>
        </p:grpSpPr>
        <p:sp>
          <p:nvSpPr>
            <p:cNvPr id="19" name="Hexagon 18">
              <a:extLst>
                <a:ext uri="{FF2B5EF4-FFF2-40B4-BE49-F238E27FC236}">
                  <a16:creationId xmlns:a16="http://schemas.microsoft.com/office/drawing/2014/main" id="{9E0E3C83-2022-F60D-319C-3BF5A9572C32}"/>
                </a:ext>
              </a:extLst>
            </p:cNvPr>
            <p:cNvSpPr/>
            <p:nvPr/>
          </p:nvSpPr>
          <p:spPr>
            <a:xfrm>
              <a:off x="7442692" y="3587262"/>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Oval 26">
              <a:extLst>
                <a:ext uri="{FF2B5EF4-FFF2-40B4-BE49-F238E27FC236}">
                  <a16:creationId xmlns:a16="http://schemas.microsoft.com/office/drawing/2014/main" id="{1AAE257A-5121-CBC1-FA51-13964F3F29DC}"/>
                </a:ext>
              </a:extLst>
            </p:cNvPr>
            <p:cNvSpPr/>
            <p:nvPr/>
          </p:nvSpPr>
          <p:spPr>
            <a:xfrm>
              <a:off x="7661028" y="3718048"/>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TextBox 34">
              <a:extLst>
                <a:ext uri="{FF2B5EF4-FFF2-40B4-BE49-F238E27FC236}">
                  <a16:creationId xmlns:a16="http://schemas.microsoft.com/office/drawing/2014/main" id="{F256603D-BE5A-80DF-16B4-8FA2E0FF2D89}"/>
                </a:ext>
              </a:extLst>
            </p:cNvPr>
            <p:cNvSpPr txBox="1"/>
            <p:nvPr/>
          </p:nvSpPr>
          <p:spPr>
            <a:xfrm>
              <a:off x="7844915" y="3888432"/>
              <a:ext cx="2258905" cy="800219"/>
            </a:xfrm>
            <a:prstGeom prst="rect">
              <a:avLst/>
            </a:prstGeom>
            <a:noFill/>
          </p:spPr>
          <p:txBody>
            <a:bodyPr wrap="square" rtlCol="0">
              <a:spAutoFit/>
            </a:bodyPr>
            <a:lstStyle/>
            <a:p>
              <a:r>
                <a:rPr lang="en-IN" sz="2300" b="1" dirty="0">
                  <a:cs typeface="Times New Roman" panose="02020603050405020304" pitchFamily="18" charset="0"/>
                </a:rPr>
                <a:t>   POWER</a:t>
              </a:r>
            </a:p>
            <a:p>
              <a:r>
                <a:rPr lang="en-IN" sz="2300" b="1" dirty="0">
                  <a:cs typeface="Times New Roman" panose="02020603050405020304" pitchFamily="18" charset="0"/>
                </a:rPr>
                <a:t>  STABILITY</a:t>
              </a:r>
            </a:p>
          </p:txBody>
        </p:sp>
        <p:sp>
          <p:nvSpPr>
            <p:cNvPr id="43" name="TextBox 42">
              <a:extLst>
                <a:ext uri="{FF2B5EF4-FFF2-40B4-BE49-F238E27FC236}">
                  <a16:creationId xmlns:a16="http://schemas.microsoft.com/office/drawing/2014/main" id="{F28E7501-0F92-5FD1-CCDB-3344BDB4EA31}"/>
                </a:ext>
              </a:extLst>
            </p:cNvPr>
            <p:cNvSpPr txBox="1"/>
            <p:nvPr/>
          </p:nvSpPr>
          <p:spPr>
            <a:xfrm>
              <a:off x="7923352" y="4630723"/>
              <a:ext cx="2274275" cy="646331"/>
            </a:xfrm>
            <a:prstGeom prst="rect">
              <a:avLst/>
            </a:prstGeom>
            <a:noFill/>
          </p:spPr>
          <p:txBody>
            <a:bodyPr wrap="square" rtlCol="0">
              <a:spAutoFit/>
            </a:bodyPr>
            <a:lstStyle/>
            <a:p>
              <a:r>
                <a:rPr lang="en-US" dirty="0">
                  <a:solidFill>
                    <a:schemeClr val="tx1">
                      <a:lumMod val="65000"/>
                      <a:lumOff val="35000"/>
                    </a:schemeClr>
                  </a:solidFill>
                </a:rPr>
                <a:t>uninterrupted </a:t>
              </a:r>
            </a:p>
            <a:p>
              <a:r>
                <a:rPr lang="en-US" dirty="0">
                  <a:solidFill>
                    <a:schemeClr val="tx1">
                      <a:lumMod val="65000"/>
                      <a:lumOff val="35000"/>
                    </a:schemeClr>
                  </a:solidFill>
                </a:rPr>
                <a:t>power supply</a:t>
              </a:r>
              <a:endParaRPr lang="en-IN" dirty="0">
                <a:solidFill>
                  <a:schemeClr val="tx1">
                    <a:lumMod val="65000"/>
                    <a:lumOff val="35000"/>
                  </a:schemeClr>
                </a:solidFill>
              </a:endParaRPr>
            </a:p>
          </p:txBody>
        </p:sp>
      </p:grpSp>
      <p:sp>
        <p:nvSpPr>
          <p:cNvPr id="51" name="TextBox 50">
            <a:extLst>
              <a:ext uri="{FF2B5EF4-FFF2-40B4-BE49-F238E27FC236}">
                <a16:creationId xmlns:a16="http://schemas.microsoft.com/office/drawing/2014/main" id="{C9C599C6-CAD4-3A9D-4D74-F4862712BE6C}"/>
              </a:ext>
            </a:extLst>
          </p:cNvPr>
          <p:cNvSpPr txBox="1"/>
          <p:nvPr/>
        </p:nvSpPr>
        <p:spPr>
          <a:xfrm>
            <a:off x="178803" y="220914"/>
            <a:ext cx="4232031" cy="1077218"/>
          </a:xfrm>
          <a:prstGeom prst="rect">
            <a:avLst/>
          </a:prstGeom>
          <a:noFill/>
        </p:spPr>
        <p:txBody>
          <a:bodyPr wrap="square" rtlCol="0">
            <a:spAutoFit/>
          </a:bodyPr>
          <a:lstStyle/>
          <a:p>
            <a:r>
              <a:rPr lang="en-IN" sz="3200" b="1" dirty="0">
                <a:solidFill>
                  <a:schemeClr val="bg1"/>
                </a:solidFill>
                <a:latin typeface="Britannic Bold" panose="020B0903060703020204" pitchFamily="34" charset="0"/>
                <a:cs typeface="Times New Roman" panose="02020603050405020304" pitchFamily="18" charset="0"/>
              </a:rPr>
              <a:t>HARDWARE </a:t>
            </a:r>
          </a:p>
          <a:p>
            <a:r>
              <a:rPr lang="en-IN" sz="3200" b="1" dirty="0">
                <a:solidFill>
                  <a:schemeClr val="bg1"/>
                </a:solidFill>
                <a:latin typeface="Britannic Bold" panose="020B0903060703020204" pitchFamily="34" charset="0"/>
                <a:cs typeface="Times New Roman" panose="02020603050405020304" pitchFamily="18" charset="0"/>
              </a:rPr>
              <a:t>REQUIREMENTS</a:t>
            </a:r>
          </a:p>
        </p:txBody>
      </p:sp>
    </p:spTree>
    <p:extLst>
      <p:ext uri="{BB962C8B-B14F-4D97-AF65-F5344CB8AC3E}">
        <p14:creationId xmlns:p14="http://schemas.microsoft.com/office/powerpoint/2010/main" val="3860570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500" fill="hold"/>
                                        <p:tgtEl>
                                          <p:spTgt spid="51"/>
                                        </p:tgtEl>
                                        <p:attrNameLst>
                                          <p:attrName>ppt_x</p:attrName>
                                        </p:attrNameLst>
                                      </p:cBhvr>
                                      <p:tavLst>
                                        <p:tav tm="0">
                                          <p:val>
                                            <p:strVal val="0-#ppt_w/2"/>
                                          </p:val>
                                        </p:tav>
                                        <p:tav tm="100000">
                                          <p:val>
                                            <p:strVal val="#ppt_x"/>
                                          </p:val>
                                        </p:tav>
                                      </p:tavLst>
                                    </p:anim>
                                    <p:anim calcmode="lin" valueType="num">
                                      <p:cBhvr additive="base">
                                        <p:cTn id="8" dur="5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55328-2E8F-72F5-0FF2-335026762F5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34ECC8C-65CF-993A-39CD-04F4A49A1AA5}"/>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682AB49A-59C0-EE0F-9D80-8178FA1F47BB}"/>
              </a:ext>
            </a:extLst>
          </p:cNvPr>
          <p:cNvSpPr/>
          <p:nvPr/>
        </p:nvSpPr>
        <p:spPr>
          <a:xfrm>
            <a:off x="5709137" y="2907324"/>
            <a:ext cx="2116017" cy="521676"/>
          </a:xfrm>
          <a:prstGeom prst="roundRect">
            <a:avLst>
              <a:gd name="adj" fmla="val 50000"/>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 name="Graphic 3" descr="Single gear with solid fill">
            <a:extLst>
              <a:ext uri="{FF2B5EF4-FFF2-40B4-BE49-F238E27FC236}">
                <a16:creationId xmlns:a16="http://schemas.microsoft.com/office/drawing/2014/main" id="{EAB01D55-BC42-D255-AC6E-56AD25F897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10906" y="2488223"/>
            <a:ext cx="1371601" cy="1371601"/>
          </a:xfrm>
          <a:prstGeom prst="rect">
            <a:avLst/>
          </a:prstGeom>
        </p:spPr>
      </p:pic>
      <p:pic>
        <p:nvPicPr>
          <p:cNvPr id="6" name="Graphic 5" descr="Single gear with solid fill">
            <a:extLst>
              <a:ext uri="{FF2B5EF4-FFF2-40B4-BE49-F238E27FC236}">
                <a16:creationId xmlns:a16="http://schemas.microsoft.com/office/drawing/2014/main" id="{BB445980-F666-DDFC-DFDD-347CBBC19C7D}"/>
              </a:ext>
            </a:extLst>
          </p:cNvPr>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6858003" y="2407261"/>
            <a:ext cx="1465382" cy="1465382"/>
          </a:xfrm>
          <a:prstGeom prst="rect">
            <a:avLst/>
          </a:prstGeom>
        </p:spPr>
      </p:pic>
      <p:sp>
        <p:nvSpPr>
          <p:cNvPr id="8" name="Hexagon 7">
            <a:extLst>
              <a:ext uri="{FF2B5EF4-FFF2-40B4-BE49-F238E27FC236}">
                <a16:creationId xmlns:a16="http://schemas.microsoft.com/office/drawing/2014/main" id="{94BC1B47-B1FD-73AC-4FA2-A237C40475FB}"/>
              </a:ext>
            </a:extLst>
          </p:cNvPr>
          <p:cNvSpPr/>
          <p:nvPr/>
        </p:nvSpPr>
        <p:spPr>
          <a:xfrm>
            <a:off x="7585564" y="647701"/>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Hexagon 18">
            <a:extLst>
              <a:ext uri="{FF2B5EF4-FFF2-40B4-BE49-F238E27FC236}">
                <a16:creationId xmlns:a16="http://schemas.microsoft.com/office/drawing/2014/main" id="{D0B84C5F-0268-1AEA-ECC6-98ED8FF571C2}"/>
              </a:ext>
            </a:extLst>
          </p:cNvPr>
          <p:cNvSpPr/>
          <p:nvPr/>
        </p:nvSpPr>
        <p:spPr>
          <a:xfrm>
            <a:off x="7442692" y="3587262"/>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Hexagon 19">
            <a:extLst>
              <a:ext uri="{FF2B5EF4-FFF2-40B4-BE49-F238E27FC236}">
                <a16:creationId xmlns:a16="http://schemas.microsoft.com/office/drawing/2014/main" id="{877C6B4C-ACF4-CC66-B60D-B16250CEE5AD}"/>
              </a:ext>
            </a:extLst>
          </p:cNvPr>
          <p:cNvSpPr/>
          <p:nvPr/>
        </p:nvSpPr>
        <p:spPr>
          <a:xfrm>
            <a:off x="9253904" y="2214197"/>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Hexagon 20">
            <a:extLst>
              <a:ext uri="{FF2B5EF4-FFF2-40B4-BE49-F238E27FC236}">
                <a16:creationId xmlns:a16="http://schemas.microsoft.com/office/drawing/2014/main" id="{DC5552E4-D772-B5E1-5390-7653AD98603E}"/>
              </a:ext>
            </a:extLst>
          </p:cNvPr>
          <p:cNvSpPr/>
          <p:nvPr/>
        </p:nvSpPr>
        <p:spPr>
          <a:xfrm>
            <a:off x="2213459" y="2214197"/>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Hexagon 21">
            <a:extLst>
              <a:ext uri="{FF2B5EF4-FFF2-40B4-BE49-F238E27FC236}">
                <a16:creationId xmlns:a16="http://schemas.microsoft.com/office/drawing/2014/main" id="{0F391F02-EB69-4DCD-4C4B-70D143EE5724}"/>
              </a:ext>
            </a:extLst>
          </p:cNvPr>
          <p:cNvSpPr/>
          <p:nvPr/>
        </p:nvSpPr>
        <p:spPr>
          <a:xfrm>
            <a:off x="3799743" y="517282"/>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Hexagon 22">
            <a:extLst>
              <a:ext uri="{FF2B5EF4-FFF2-40B4-BE49-F238E27FC236}">
                <a16:creationId xmlns:a16="http://schemas.microsoft.com/office/drawing/2014/main" id="{2A7A49F1-418F-6301-2D7A-99A57700ED6F}"/>
              </a:ext>
            </a:extLst>
          </p:cNvPr>
          <p:cNvSpPr/>
          <p:nvPr/>
        </p:nvSpPr>
        <p:spPr>
          <a:xfrm>
            <a:off x="3922845" y="3666393"/>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5737ABEA-D329-3F58-4824-C4957A62154E}"/>
              </a:ext>
            </a:extLst>
          </p:cNvPr>
          <p:cNvSpPr/>
          <p:nvPr/>
        </p:nvSpPr>
        <p:spPr>
          <a:xfrm>
            <a:off x="4004897" y="645687"/>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lumMod val="65000"/>
                  <a:lumOff val="35000"/>
                </a:schemeClr>
              </a:solidFill>
            </a:endParaRPr>
          </a:p>
        </p:txBody>
      </p:sp>
      <p:sp>
        <p:nvSpPr>
          <p:cNvPr id="25" name="Oval 24">
            <a:extLst>
              <a:ext uri="{FF2B5EF4-FFF2-40B4-BE49-F238E27FC236}">
                <a16:creationId xmlns:a16="http://schemas.microsoft.com/office/drawing/2014/main" id="{CC46D81E-901B-8BC1-2CB4-1BB12A29B456}"/>
              </a:ext>
            </a:extLst>
          </p:cNvPr>
          <p:cNvSpPr/>
          <p:nvPr/>
        </p:nvSpPr>
        <p:spPr>
          <a:xfrm>
            <a:off x="9471513" y="2350295"/>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99D8B667-28B2-4096-4963-1F068D5907B1}"/>
              </a:ext>
            </a:extLst>
          </p:cNvPr>
          <p:cNvSpPr/>
          <p:nvPr/>
        </p:nvSpPr>
        <p:spPr>
          <a:xfrm>
            <a:off x="7814895" y="740572"/>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03CC8D32-6851-4B0E-DFBB-A8D946A6DC4D}"/>
              </a:ext>
            </a:extLst>
          </p:cNvPr>
          <p:cNvSpPr/>
          <p:nvPr/>
        </p:nvSpPr>
        <p:spPr>
          <a:xfrm>
            <a:off x="7661028" y="3718048"/>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Oval 27">
            <a:extLst>
              <a:ext uri="{FF2B5EF4-FFF2-40B4-BE49-F238E27FC236}">
                <a16:creationId xmlns:a16="http://schemas.microsoft.com/office/drawing/2014/main" id="{3200DD47-5813-2C61-53A8-A436EB191B55}"/>
              </a:ext>
            </a:extLst>
          </p:cNvPr>
          <p:cNvSpPr/>
          <p:nvPr/>
        </p:nvSpPr>
        <p:spPr>
          <a:xfrm>
            <a:off x="4140436" y="3790769"/>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A2AA5663-346E-6C1D-FD33-754317505DC9}"/>
              </a:ext>
            </a:extLst>
          </p:cNvPr>
          <p:cNvSpPr/>
          <p:nvPr/>
        </p:nvSpPr>
        <p:spPr>
          <a:xfrm>
            <a:off x="2421547" y="2337840"/>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D02274E1-4D6D-148B-F922-00802D1D7173}"/>
              </a:ext>
            </a:extLst>
          </p:cNvPr>
          <p:cNvSpPr txBox="1"/>
          <p:nvPr/>
        </p:nvSpPr>
        <p:spPr>
          <a:xfrm>
            <a:off x="4179998" y="991997"/>
            <a:ext cx="2258905" cy="461665"/>
          </a:xfrm>
          <a:prstGeom prst="rect">
            <a:avLst/>
          </a:prstGeom>
          <a:noFill/>
        </p:spPr>
        <p:txBody>
          <a:bodyPr wrap="square" rtlCol="0">
            <a:spAutoFit/>
          </a:bodyPr>
          <a:lstStyle/>
          <a:p>
            <a:r>
              <a:rPr lang="en-IN" sz="2300" b="1" dirty="0">
                <a:cs typeface="Times New Roman" panose="02020603050405020304" pitchFamily="18" charset="0"/>
              </a:rPr>
              <a:t>PROCESSOR</a:t>
            </a:r>
          </a:p>
        </p:txBody>
      </p:sp>
      <p:sp>
        <p:nvSpPr>
          <p:cNvPr id="31" name="TextBox 30">
            <a:extLst>
              <a:ext uri="{FF2B5EF4-FFF2-40B4-BE49-F238E27FC236}">
                <a16:creationId xmlns:a16="http://schemas.microsoft.com/office/drawing/2014/main" id="{0DCA35D5-E288-3F30-4E26-608C0090CEBD}"/>
              </a:ext>
            </a:extLst>
          </p:cNvPr>
          <p:cNvSpPr txBox="1"/>
          <p:nvPr/>
        </p:nvSpPr>
        <p:spPr>
          <a:xfrm>
            <a:off x="9678862" y="2441211"/>
            <a:ext cx="2258905" cy="800219"/>
          </a:xfrm>
          <a:prstGeom prst="rect">
            <a:avLst/>
          </a:prstGeom>
          <a:noFill/>
        </p:spPr>
        <p:txBody>
          <a:bodyPr wrap="square" rtlCol="0">
            <a:spAutoFit/>
          </a:bodyPr>
          <a:lstStyle/>
          <a:p>
            <a:r>
              <a:rPr lang="en-IN" sz="2300" b="1" dirty="0">
                <a:cs typeface="Times New Roman" panose="02020603050405020304" pitchFamily="18" charset="0"/>
              </a:rPr>
              <a:t>    INPUT </a:t>
            </a:r>
          </a:p>
          <a:p>
            <a:r>
              <a:rPr lang="en-IN" sz="2300" b="1" dirty="0">
                <a:cs typeface="Times New Roman" panose="02020603050405020304" pitchFamily="18" charset="0"/>
              </a:rPr>
              <a:t>   DEVICES</a:t>
            </a:r>
          </a:p>
        </p:txBody>
      </p:sp>
      <p:sp>
        <p:nvSpPr>
          <p:cNvPr id="32" name="TextBox 31">
            <a:extLst>
              <a:ext uri="{FF2B5EF4-FFF2-40B4-BE49-F238E27FC236}">
                <a16:creationId xmlns:a16="http://schemas.microsoft.com/office/drawing/2014/main" id="{D2B49BF4-A48D-1797-14FD-5AA7E6D49B36}"/>
              </a:ext>
            </a:extLst>
          </p:cNvPr>
          <p:cNvSpPr txBox="1"/>
          <p:nvPr/>
        </p:nvSpPr>
        <p:spPr>
          <a:xfrm>
            <a:off x="7830265" y="904086"/>
            <a:ext cx="2258905" cy="800219"/>
          </a:xfrm>
          <a:prstGeom prst="rect">
            <a:avLst/>
          </a:prstGeom>
          <a:noFill/>
        </p:spPr>
        <p:txBody>
          <a:bodyPr wrap="square" rtlCol="0">
            <a:spAutoFit/>
          </a:bodyPr>
          <a:lstStyle/>
          <a:p>
            <a:r>
              <a:rPr lang="en-IN" sz="2300" b="1" dirty="0">
                <a:cs typeface="Times New Roman" panose="02020603050405020304" pitchFamily="18" charset="0"/>
              </a:rPr>
              <a:t>     SYSTEM </a:t>
            </a:r>
          </a:p>
          <a:p>
            <a:r>
              <a:rPr lang="en-IN" sz="2300" b="1" dirty="0">
                <a:cs typeface="Times New Roman" panose="02020603050405020304" pitchFamily="18" charset="0"/>
              </a:rPr>
              <a:t>ARCHITECTURE</a:t>
            </a:r>
          </a:p>
        </p:txBody>
      </p:sp>
      <p:sp>
        <p:nvSpPr>
          <p:cNvPr id="33" name="TextBox 32">
            <a:extLst>
              <a:ext uri="{FF2B5EF4-FFF2-40B4-BE49-F238E27FC236}">
                <a16:creationId xmlns:a16="http://schemas.microsoft.com/office/drawing/2014/main" id="{10EF656B-09C9-1068-E03C-08ABBB94E71C}"/>
              </a:ext>
            </a:extLst>
          </p:cNvPr>
          <p:cNvSpPr txBox="1"/>
          <p:nvPr/>
        </p:nvSpPr>
        <p:spPr>
          <a:xfrm>
            <a:off x="4471620" y="4062711"/>
            <a:ext cx="2258905" cy="461665"/>
          </a:xfrm>
          <a:prstGeom prst="rect">
            <a:avLst/>
          </a:prstGeom>
          <a:noFill/>
        </p:spPr>
        <p:txBody>
          <a:bodyPr wrap="square" rtlCol="0">
            <a:spAutoFit/>
          </a:bodyPr>
          <a:lstStyle/>
          <a:p>
            <a:r>
              <a:rPr lang="en-IN" sz="2300" b="1" dirty="0">
                <a:cs typeface="Times New Roman" panose="02020603050405020304" pitchFamily="18" charset="0"/>
              </a:rPr>
              <a:t>STORAGE</a:t>
            </a:r>
          </a:p>
        </p:txBody>
      </p:sp>
      <p:sp>
        <p:nvSpPr>
          <p:cNvPr id="34" name="TextBox 33">
            <a:extLst>
              <a:ext uri="{FF2B5EF4-FFF2-40B4-BE49-F238E27FC236}">
                <a16:creationId xmlns:a16="http://schemas.microsoft.com/office/drawing/2014/main" id="{F29636DD-C5C9-E61B-AFA1-C08FB01935A5}"/>
              </a:ext>
            </a:extLst>
          </p:cNvPr>
          <p:cNvSpPr txBox="1"/>
          <p:nvPr/>
        </p:nvSpPr>
        <p:spPr>
          <a:xfrm>
            <a:off x="3009509" y="2540176"/>
            <a:ext cx="2258905" cy="461665"/>
          </a:xfrm>
          <a:prstGeom prst="rect">
            <a:avLst/>
          </a:prstGeom>
          <a:noFill/>
        </p:spPr>
        <p:txBody>
          <a:bodyPr wrap="square" rtlCol="0">
            <a:spAutoFit/>
          </a:bodyPr>
          <a:lstStyle/>
          <a:p>
            <a:r>
              <a:rPr lang="en-IN" sz="2300" b="1" dirty="0">
                <a:cs typeface="Times New Roman" panose="02020603050405020304" pitchFamily="18" charset="0"/>
              </a:rPr>
              <a:t>RAM</a:t>
            </a:r>
          </a:p>
        </p:txBody>
      </p:sp>
      <p:sp>
        <p:nvSpPr>
          <p:cNvPr id="35" name="TextBox 34">
            <a:extLst>
              <a:ext uri="{FF2B5EF4-FFF2-40B4-BE49-F238E27FC236}">
                <a16:creationId xmlns:a16="http://schemas.microsoft.com/office/drawing/2014/main" id="{7A5F8021-6C5A-E9E7-2D7A-387F6D5A9D3C}"/>
              </a:ext>
            </a:extLst>
          </p:cNvPr>
          <p:cNvSpPr txBox="1"/>
          <p:nvPr/>
        </p:nvSpPr>
        <p:spPr>
          <a:xfrm>
            <a:off x="7844915" y="3888432"/>
            <a:ext cx="2258905" cy="800219"/>
          </a:xfrm>
          <a:prstGeom prst="rect">
            <a:avLst/>
          </a:prstGeom>
          <a:noFill/>
        </p:spPr>
        <p:txBody>
          <a:bodyPr wrap="square" rtlCol="0">
            <a:spAutoFit/>
          </a:bodyPr>
          <a:lstStyle/>
          <a:p>
            <a:r>
              <a:rPr lang="en-IN" sz="2300" b="1" dirty="0">
                <a:cs typeface="Times New Roman" panose="02020603050405020304" pitchFamily="18" charset="0"/>
              </a:rPr>
              <a:t>   POWER</a:t>
            </a:r>
          </a:p>
          <a:p>
            <a:r>
              <a:rPr lang="en-IN" sz="2300" b="1" dirty="0">
                <a:cs typeface="Times New Roman" panose="02020603050405020304" pitchFamily="18" charset="0"/>
              </a:rPr>
              <a:t>  STABILITY</a:t>
            </a:r>
          </a:p>
        </p:txBody>
      </p:sp>
      <p:sp>
        <p:nvSpPr>
          <p:cNvPr id="36" name="TextBox 35">
            <a:extLst>
              <a:ext uri="{FF2B5EF4-FFF2-40B4-BE49-F238E27FC236}">
                <a16:creationId xmlns:a16="http://schemas.microsoft.com/office/drawing/2014/main" id="{D55864F4-5A7F-F6D4-8280-2E6C203695FF}"/>
              </a:ext>
            </a:extLst>
          </p:cNvPr>
          <p:cNvSpPr txBox="1"/>
          <p:nvPr/>
        </p:nvSpPr>
        <p:spPr>
          <a:xfrm>
            <a:off x="4339029" y="1424075"/>
            <a:ext cx="1408953" cy="646331"/>
          </a:xfrm>
          <a:prstGeom prst="rect">
            <a:avLst/>
          </a:prstGeom>
          <a:noFill/>
        </p:spPr>
        <p:txBody>
          <a:bodyPr wrap="square" rtlCol="0">
            <a:spAutoFit/>
          </a:bodyPr>
          <a:lstStyle/>
          <a:p>
            <a:r>
              <a:rPr lang="en-US" dirty="0">
                <a:solidFill>
                  <a:schemeClr val="tx1">
                    <a:lumMod val="65000"/>
                    <a:lumOff val="35000"/>
                  </a:schemeClr>
                </a:solidFill>
              </a:rPr>
              <a:t>Intel Core i3 or higher</a:t>
            </a:r>
            <a:endParaRPr lang="en-IN" dirty="0">
              <a:solidFill>
                <a:schemeClr val="tx1">
                  <a:lumMod val="65000"/>
                  <a:lumOff val="35000"/>
                </a:schemeClr>
              </a:solidFill>
            </a:endParaRPr>
          </a:p>
        </p:txBody>
      </p:sp>
      <p:sp>
        <p:nvSpPr>
          <p:cNvPr id="37" name="TextBox 36">
            <a:extLst>
              <a:ext uri="{FF2B5EF4-FFF2-40B4-BE49-F238E27FC236}">
                <a16:creationId xmlns:a16="http://schemas.microsoft.com/office/drawing/2014/main" id="{BAD6E6D1-43DE-9B2B-77ED-511577A38814}"/>
              </a:ext>
            </a:extLst>
          </p:cNvPr>
          <p:cNvSpPr txBox="1"/>
          <p:nvPr/>
        </p:nvSpPr>
        <p:spPr>
          <a:xfrm>
            <a:off x="9918825" y="3200325"/>
            <a:ext cx="1408953" cy="646331"/>
          </a:xfrm>
          <a:prstGeom prst="rect">
            <a:avLst/>
          </a:prstGeom>
          <a:noFill/>
        </p:spPr>
        <p:txBody>
          <a:bodyPr wrap="square" rtlCol="0">
            <a:spAutoFit/>
          </a:bodyPr>
          <a:lstStyle/>
          <a:p>
            <a:r>
              <a:rPr lang="en-IN" dirty="0">
                <a:solidFill>
                  <a:schemeClr val="tx1">
                    <a:lumMod val="65000"/>
                    <a:lumOff val="35000"/>
                  </a:schemeClr>
                </a:solidFill>
              </a:rPr>
              <a:t>Keyboard and Mouse </a:t>
            </a:r>
          </a:p>
        </p:txBody>
      </p:sp>
      <p:sp>
        <p:nvSpPr>
          <p:cNvPr id="38" name="TextBox 37">
            <a:extLst>
              <a:ext uri="{FF2B5EF4-FFF2-40B4-BE49-F238E27FC236}">
                <a16:creationId xmlns:a16="http://schemas.microsoft.com/office/drawing/2014/main" id="{43F33B19-F5DC-4BB3-E21A-0703FCFE9D51}"/>
              </a:ext>
            </a:extLst>
          </p:cNvPr>
          <p:cNvSpPr txBox="1"/>
          <p:nvPr/>
        </p:nvSpPr>
        <p:spPr>
          <a:xfrm>
            <a:off x="7998456" y="1761313"/>
            <a:ext cx="1778962" cy="369332"/>
          </a:xfrm>
          <a:prstGeom prst="rect">
            <a:avLst/>
          </a:prstGeom>
          <a:noFill/>
        </p:spPr>
        <p:txBody>
          <a:bodyPr wrap="square" rtlCol="0">
            <a:spAutoFit/>
          </a:bodyPr>
          <a:lstStyle/>
          <a:p>
            <a:r>
              <a:rPr lang="en-IN" dirty="0">
                <a:solidFill>
                  <a:schemeClr val="tx1">
                    <a:lumMod val="65000"/>
                    <a:lumOff val="35000"/>
                  </a:schemeClr>
                </a:solidFill>
              </a:rPr>
              <a:t>64-bit machine</a:t>
            </a:r>
          </a:p>
        </p:txBody>
      </p:sp>
      <p:sp>
        <p:nvSpPr>
          <p:cNvPr id="39" name="TextBox 38">
            <a:extLst>
              <a:ext uri="{FF2B5EF4-FFF2-40B4-BE49-F238E27FC236}">
                <a16:creationId xmlns:a16="http://schemas.microsoft.com/office/drawing/2014/main" id="{39EB0ECB-34D7-D097-42C6-2FBE90A2CB8B}"/>
              </a:ext>
            </a:extLst>
          </p:cNvPr>
          <p:cNvSpPr txBox="1"/>
          <p:nvPr/>
        </p:nvSpPr>
        <p:spPr>
          <a:xfrm>
            <a:off x="4339029" y="4404097"/>
            <a:ext cx="1713753" cy="923330"/>
          </a:xfrm>
          <a:prstGeom prst="rect">
            <a:avLst/>
          </a:prstGeom>
          <a:noFill/>
        </p:spPr>
        <p:txBody>
          <a:bodyPr wrap="square" rtlCol="0">
            <a:spAutoFit/>
          </a:bodyPr>
          <a:lstStyle/>
          <a:p>
            <a:r>
              <a:rPr lang="en-US" dirty="0">
                <a:solidFill>
                  <a:schemeClr val="tx1">
                    <a:lumMod val="65000"/>
                    <a:lumOff val="35000"/>
                  </a:schemeClr>
                </a:solidFill>
              </a:rPr>
              <a:t>At least 10 GB free hard disk/SSD space</a:t>
            </a:r>
            <a:endParaRPr lang="en-IN" dirty="0">
              <a:solidFill>
                <a:schemeClr val="tx1">
                  <a:lumMod val="65000"/>
                  <a:lumOff val="35000"/>
                </a:schemeClr>
              </a:solidFill>
            </a:endParaRPr>
          </a:p>
        </p:txBody>
      </p:sp>
      <p:sp>
        <p:nvSpPr>
          <p:cNvPr id="40" name="TextBox 39">
            <a:extLst>
              <a:ext uri="{FF2B5EF4-FFF2-40B4-BE49-F238E27FC236}">
                <a16:creationId xmlns:a16="http://schemas.microsoft.com/office/drawing/2014/main" id="{86A7D100-DF89-7E16-8D9A-80223E5D98D9}"/>
              </a:ext>
            </a:extLst>
          </p:cNvPr>
          <p:cNvSpPr txBox="1"/>
          <p:nvPr/>
        </p:nvSpPr>
        <p:spPr>
          <a:xfrm>
            <a:off x="2674493" y="3028698"/>
            <a:ext cx="1736341" cy="369332"/>
          </a:xfrm>
          <a:prstGeom prst="rect">
            <a:avLst/>
          </a:prstGeom>
          <a:noFill/>
        </p:spPr>
        <p:txBody>
          <a:bodyPr wrap="square" rtlCol="0">
            <a:spAutoFit/>
          </a:bodyPr>
          <a:lstStyle/>
          <a:p>
            <a:r>
              <a:rPr lang="en-IN" dirty="0">
                <a:solidFill>
                  <a:schemeClr val="tx1">
                    <a:lumMod val="65000"/>
                    <a:lumOff val="35000"/>
                  </a:schemeClr>
                </a:solidFill>
              </a:rPr>
              <a:t>Minimum 4 GB</a:t>
            </a:r>
          </a:p>
        </p:txBody>
      </p:sp>
      <p:sp>
        <p:nvSpPr>
          <p:cNvPr id="43" name="TextBox 42">
            <a:extLst>
              <a:ext uri="{FF2B5EF4-FFF2-40B4-BE49-F238E27FC236}">
                <a16:creationId xmlns:a16="http://schemas.microsoft.com/office/drawing/2014/main" id="{E74E3C99-044E-CC8A-A7F2-B539CE0E7AB9}"/>
              </a:ext>
            </a:extLst>
          </p:cNvPr>
          <p:cNvSpPr txBox="1"/>
          <p:nvPr/>
        </p:nvSpPr>
        <p:spPr>
          <a:xfrm>
            <a:off x="7923352" y="4630723"/>
            <a:ext cx="2274275" cy="646331"/>
          </a:xfrm>
          <a:prstGeom prst="rect">
            <a:avLst/>
          </a:prstGeom>
          <a:noFill/>
        </p:spPr>
        <p:txBody>
          <a:bodyPr wrap="square" rtlCol="0">
            <a:spAutoFit/>
          </a:bodyPr>
          <a:lstStyle/>
          <a:p>
            <a:r>
              <a:rPr lang="en-US" dirty="0">
                <a:solidFill>
                  <a:schemeClr val="tx1">
                    <a:lumMod val="65000"/>
                    <a:lumOff val="35000"/>
                  </a:schemeClr>
                </a:solidFill>
              </a:rPr>
              <a:t>uninterrupted </a:t>
            </a:r>
          </a:p>
          <a:p>
            <a:r>
              <a:rPr lang="en-US" dirty="0">
                <a:solidFill>
                  <a:schemeClr val="tx1">
                    <a:lumMod val="65000"/>
                    <a:lumOff val="35000"/>
                  </a:schemeClr>
                </a:solidFill>
              </a:rPr>
              <a:t>power supply</a:t>
            </a:r>
            <a:endParaRPr lang="en-IN" dirty="0">
              <a:solidFill>
                <a:schemeClr val="tx1">
                  <a:lumMod val="65000"/>
                  <a:lumOff val="35000"/>
                </a:schemeClr>
              </a:solidFill>
            </a:endParaRPr>
          </a:p>
        </p:txBody>
      </p:sp>
      <p:sp>
        <p:nvSpPr>
          <p:cNvPr id="50" name="TextBox 49">
            <a:extLst>
              <a:ext uri="{FF2B5EF4-FFF2-40B4-BE49-F238E27FC236}">
                <a16:creationId xmlns:a16="http://schemas.microsoft.com/office/drawing/2014/main" id="{8B85026E-BEA3-C373-70F3-6325A7710FB5}"/>
              </a:ext>
            </a:extLst>
          </p:cNvPr>
          <p:cNvSpPr txBox="1"/>
          <p:nvPr/>
        </p:nvSpPr>
        <p:spPr>
          <a:xfrm>
            <a:off x="178803" y="220914"/>
            <a:ext cx="4232031" cy="1077218"/>
          </a:xfrm>
          <a:prstGeom prst="rect">
            <a:avLst/>
          </a:prstGeom>
          <a:noFill/>
        </p:spPr>
        <p:txBody>
          <a:bodyPr wrap="square" rtlCol="0">
            <a:spAutoFit/>
          </a:bodyPr>
          <a:lstStyle/>
          <a:p>
            <a:r>
              <a:rPr lang="en-IN" sz="3200" b="1" dirty="0">
                <a:solidFill>
                  <a:schemeClr val="bg1"/>
                </a:solidFill>
                <a:latin typeface="Britannic Bold" panose="020B0903060703020204" pitchFamily="34" charset="0"/>
                <a:cs typeface="Times New Roman" panose="02020603050405020304" pitchFamily="18" charset="0"/>
              </a:rPr>
              <a:t>HARDWARE </a:t>
            </a:r>
          </a:p>
          <a:p>
            <a:r>
              <a:rPr lang="en-IN" sz="3200" b="1" dirty="0">
                <a:solidFill>
                  <a:schemeClr val="bg1"/>
                </a:solidFill>
                <a:latin typeface="Britannic Bold" panose="020B0903060703020204" pitchFamily="34" charset="0"/>
                <a:cs typeface="Times New Roman" panose="02020603050405020304" pitchFamily="18" charset="0"/>
              </a:rPr>
              <a:t>REQUIREMENTS</a:t>
            </a:r>
          </a:p>
        </p:txBody>
      </p:sp>
    </p:spTree>
    <p:extLst>
      <p:ext uri="{BB962C8B-B14F-4D97-AF65-F5344CB8AC3E}">
        <p14:creationId xmlns:p14="http://schemas.microsoft.com/office/powerpoint/2010/main" val="2351712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E9FE0-377F-9D9B-971B-3FCD0D04E32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CDF4872-16F5-1789-8CD7-F76B514F0E2A}"/>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tretch>
            <a:fillRect/>
          </a:stretch>
        </p:blipFill>
        <p:spPr>
          <a:xfrm>
            <a:off x="1479" y="0"/>
            <a:ext cx="12192000" cy="6858000"/>
          </a:xfrm>
          <a:prstGeom prst="rect">
            <a:avLst/>
          </a:prstGeom>
        </p:spPr>
      </p:pic>
      <p:sp>
        <p:nvSpPr>
          <p:cNvPr id="2" name="Rectangle: Rounded Corners 1">
            <a:extLst>
              <a:ext uri="{FF2B5EF4-FFF2-40B4-BE49-F238E27FC236}">
                <a16:creationId xmlns:a16="http://schemas.microsoft.com/office/drawing/2014/main" id="{92C6506F-1745-43ED-77D6-8D71B87B8486}"/>
              </a:ext>
            </a:extLst>
          </p:cNvPr>
          <p:cNvSpPr/>
          <p:nvPr/>
        </p:nvSpPr>
        <p:spPr>
          <a:xfrm>
            <a:off x="6506308" y="2907324"/>
            <a:ext cx="827927" cy="521676"/>
          </a:xfrm>
          <a:prstGeom prst="roundRect">
            <a:avLst>
              <a:gd name="adj" fmla="val 50000"/>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 name="Graphic 3" descr="Single gear with solid fill">
            <a:extLst>
              <a:ext uri="{FF2B5EF4-FFF2-40B4-BE49-F238E27FC236}">
                <a16:creationId xmlns:a16="http://schemas.microsoft.com/office/drawing/2014/main" id="{E2C80482-7F66-0188-487C-F17E72F4E56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6234469" y="2542415"/>
            <a:ext cx="1371601" cy="1371601"/>
          </a:xfrm>
          <a:prstGeom prst="rect">
            <a:avLst/>
          </a:prstGeom>
        </p:spPr>
      </p:pic>
      <p:pic>
        <p:nvPicPr>
          <p:cNvPr id="6" name="Graphic 5" descr="Single gear with solid fill">
            <a:extLst>
              <a:ext uri="{FF2B5EF4-FFF2-40B4-BE49-F238E27FC236}">
                <a16:creationId xmlns:a16="http://schemas.microsoft.com/office/drawing/2014/main" id="{5D31D1F5-344D-15CB-C284-5A1E93480201}"/>
              </a:ext>
            </a:extLst>
          </p:cNvPr>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rot="10800000">
            <a:off x="6187580" y="2448634"/>
            <a:ext cx="1465382" cy="1465382"/>
          </a:xfrm>
          <a:prstGeom prst="rect">
            <a:avLst/>
          </a:prstGeom>
        </p:spPr>
      </p:pic>
      <p:grpSp>
        <p:nvGrpSpPr>
          <p:cNvPr id="44" name="Group 43">
            <a:extLst>
              <a:ext uri="{FF2B5EF4-FFF2-40B4-BE49-F238E27FC236}">
                <a16:creationId xmlns:a16="http://schemas.microsoft.com/office/drawing/2014/main" id="{42AE6849-2377-16AA-2722-1B6C38C9ABE0}"/>
              </a:ext>
            </a:extLst>
          </p:cNvPr>
          <p:cNvGrpSpPr/>
          <p:nvPr/>
        </p:nvGrpSpPr>
        <p:grpSpPr>
          <a:xfrm>
            <a:off x="3430464" y="-3395295"/>
            <a:ext cx="2639160" cy="2180492"/>
            <a:chOff x="3799743" y="517282"/>
            <a:chExt cx="2639160" cy="2180492"/>
          </a:xfrm>
        </p:grpSpPr>
        <p:sp>
          <p:nvSpPr>
            <p:cNvPr id="22" name="Hexagon 21">
              <a:extLst>
                <a:ext uri="{FF2B5EF4-FFF2-40B4-BE49-F238E27FC236}">
                  <a16:creationId xmlns:a16="http://schemas.microsoft.com/office/drawing/2014/main" id="{82185445-0177-C2A2-AC03-2EAC43841FAD}"/>
                </a:ext>
              </a:extLst>
            </p:cNvPr>
            <p:cNvSpPr/>
            <p:nvPr/>
          </p:nvSpPr>
          <p:spPr>
            <a:xfrm>
              <a:off x="3799743" y="517282"/>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9E27C47E-B78C-5E64-2ACE-3F1504FAF8F7}"/>
                </a:ext>
              </a:extLst>
            </p:cNvPr>
            <p:cNvSpPr/>
            <p:nvPr/>
          </p:nvSpPr>
          <p:spPr>
            <a:xfrm>
              <a:off x="4004897" y="645687"/>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lumMod val="65000"/>
                    <a:lumOff val="35000"/>
                  </a:schemeClr>
                </a:solidFill>
              </a:endParaRPr>
            </a:p>
          </p:txBody>
        </p:sp>
        <p:sp>
          <p:nvSpPr>
            <p:cNvPr id="30" name="TextBox 29">
              <a:extLst>
                <a:ext uri="{FF2B5EF4-FFF2-40B4-BE49-F238E27FC236}">
                  <a16:creationId xmlns:a16="http://schemas.microsoft.com/office/drawing/2014/main" id="{DFB411EF-ACEB-8718-CE6C-1524D78B5D5B}"/>
                </a:ext>
              </a:extLst>
            </p:cNvPr>
            <p:cNvSpPr txBox="1"/>
            <p:nvPr/>
          </p:nvSpPr>
          <p:spPr>
            <a:xfrm>
              <a:off x="4179998" y="991997"/>
              <a:ext cx="2258905" cy="461665"/>
            </a:xfrm>
            <a:prstGeom prst="rect">
              <a:avLst/>
            </a:prstGeom>
            <a:noFill/>
          </p:spPr>
          <p:txBody>
            <a:bodyPr wrap="square" rtlCol="0">
              <a:spAutoFit/>
            </a:bodyPr>
            <a:lstStyle/>
            <a:p>
              <a:r>
                <a:rPr lang="en-IN" sz="2300" b="1" dirty="0">
                  <a:cs typeface="Times New Roman" panose="02020603050405020304" pitchFamily="18" charset="0"/>
                </a:rPr>
                <a:t>PROCESSOR</a:t>
              </a:r>
            </a:p>
          </p:txBody>
        </p:sp>
        <p:sp>
          <p:nvSpPr>
            <p:cNvPr id="36" name="TextBox 35">
              <a:extLst>
                <a:ext uri="{FF2B5EF4-FFF2-40B4-BE49-F238E27FC236}">
                  <a16:creationId xmlns:a16="http://schemas.microsoft.com/office/drawing/2014/main" id="{55A917AA-4CBA-25C4-5891-8C46FE436468}"/>
                </a:ext>
              </a:extLst>
            </p:cNvPr>
            <p:cNvSpPr txBox="1"/>
            <p:nvPr/>
          </p:nvSpPr>
          <p:spPr>
            <a:xfrm>
              <a:off x="4339029" y="1424075"/>
              <a:ext cx="1408953" cy="646331"/>
            </a:xfrm>
            <a:prstGeom prst="rect">
              <a:avLst/>
            </a:prstGeom>
            <a:noFill/>
          </p:spPr>
          <p:txBody>
            <a:bodyPr wrap="square" rtlCol="0">
              <a:spAutoFit/>
            </a:bodyPr>
            <a:lstStyle/>
            <a:p>
              <a:r>
                <a:rPr lang="en-US" dirty="0">
                  <a:solidFill>
                    <a:schemeClr val="tx1">
                      <a:lumMod val="65000"/>
                      <a:lumOff val="35000"/>
                    </a:schemeClr>
                  </a:solidFill>
                </a:rPr>
                <a:t>Intel Core i3 or higher</a:t>
              </a:r>
              <a:endParaRPr lang="en-IN" dirty="0">
                <a:solidFill>
                  <a:schemeClr val="tx1">
                    <a:lumMod val="65000"/>
                    <a:lumOff val="35000"/>
                  </a:schemeClr>
                </a:solidFill>
              </a:endParaRPr>
            </a:p>
          </p:txBody>
        </p:sp>
      </p:grpSp>
      <p:grpSp>
        <p:nvGrpSpPr>
          <p:cNvPr id="47" name="Group 46">
            <a:extLst>
              <a:ext uri="{FF2B5EF4-FFF2-40B4-BE49-F238E27FC236}">
                <a16:creationId xmlns:a16="http://schemas.microsoft.com/office/drawing/2014/main" id="{2042E5D3-EAF2-E2AD-9158-4448CFC21AFC}"/>
              </a:ext>
            </a:extLst>
          </p:cNvPr>
          <p:cNvGrpSpPr/>
          <p:nvPr/>
        </p:nvGrpSpPr>
        <p:grpSpPr>
          <a:xfrm>
            <a:off x="15425959" y="2077916"/>
            <a:ext cx="2683863" cy="2180492"/>
            <a:chOff x="9253904" y="2214197"/>
            <a:chExt cx="2683863" cy="2180492"/>
          </a:xfrm>
        </p:grpSpPr>
        <p:sp>
          <p:nvSpPr>
            <p:cNvPr id="20" name="Hexagon 19">
              <a:extLst>
                <a:ext uri="{FF2B5EF4-FFF2-40B4-BE49-F238E27FC236}">
                  <a16:creationId xmlns:a16="http://schemas.microsoft.com/office/drawing/2014/main" id="{ED349DE5-7289-E20D-0882-B63EF67AA1CA}"/>
                </a:ext>
              </a:extLst>
            </p:cNvPr>
            <p:cNvSpPr/>
            <p:nvPr/>
          </p:nvSpPr>
          <p:spPr>
            <a:xfrm>
              <a:off x="9253904" y="2214197"/>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D3B377A6-FAE7-E422-9434-641A15C14B22}"/>
                </a:ext>
              </a:extLst>
            </p:cNvPr>
            <p:cNvSpPr/>
            <p:nvPr/>
          </p:nvSpPr>
          <p:spPr>
            <a:xfrm>
              <a:off x="9471513" y="2350295"/>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E40C70CC-D38C-5FB8-7897-B86B2956FB23}"/>
                </a:ext>
              </a:extLst>
            </p:cNvPr>
            <p:cNvSpPr txBox="1"/>
            <p:nvPr/>
          </p:nvSpPr>
          <p:spPr>
            <a:xfrm>
              <a:off x="9678862" y="2441211"/>
              <a:ext cx="2258905" cy="800219"/>
            </a:xfrm>
            <a:prstGeom prst="rect">
              <a:avLst/>
            </a:prstGeom>
            <a:noFill/>
          </p:spPr>
          <p:txBody>
            <a:bodyPr wrap="square" rtlCol="0">
              <a:spAutoFit/>
            </a:bodyPr>
            <a:lstStyle/>
            <a:p>
              <a:r>
                <a:rPr lang="en-IN" sz="2300" b="1" dirty="0">
                  <a:cs typeface="Times New Roman" panose="02020603050405020304" pitchFamily="18" charset="0"/>
                </a:rPr>
                <a:t>    INPUT </a:t>
              </a:r>
            </a:p>
            <a:p>
              <a:r>
                <a:rPr lang="en-IN" sz="2300" b="1" dirty="0">
                  <a:cs typeface="Times New Roman" panose="02020603050405020304" pitchFamily="18" charset="0"/>
                </a:rPr>
                <a:t>   DEVICES</a:t>
              </a:r>
            </a:p>
          </p:txBody>
        </p:sp>
        <p:sp>
          <p:nvSpPr>
            <p:cNvPr id="37" name="TextBox 36">
              <a:extLst>
                <a:ext uri="{FF2B5EF4-FFF2-40B4-BE49-F238E27FC236}">
                  <a16:creationId xmlns:a16="http://schemas.microsoft.com/office/drawing/2014/main" id="{6C3730CA-E605-31F0-F4DA-15EF8C840384}"/>
                </a:ext>
              </a:extLst>
            </p:cNvPr>
            <p:cNvSpPr txBox="1"/>
            <p:nvPr/>
          </p:nvSpPr>
          <p:spPr>
            <a:xfrm>
              <a:off x="9918825" y="3200325"/>
              <a:ext cx="1408953" cy="646331"/>
            </a:xfrm>
            <a:prstGeom prst="rect">
              <a:avLst/>
            </a:prstGeom>
            <a:noFill/>
          </p:spPr>
          <p:txBody>
            <a:bodyPr wrap="square" rtlCol="0">
              <a:spAutoFit/>
            </a:bodyPr>
            <a:lstStyle/>
            <a:p>
              <a:r>
                <a:rPr lang="en-IN" dirty="0">
                  <a:solidFill>
                    <a:schemeClr val="tx1">
                      <a:lumMod val="65000"/>
                      <a:lumOff val="35000"/>
                    </a:schemeClr>
                  </a:solidFill>
                </a:rPr>
                <a:t>Keyboard and Mouse </a:t>
              </a:r>
            </a:p>
          </p:txBody>
        </p:sp>
      </p:grpSp>
      <p:grpSp>
        <p:nvGrpSpPr>
          <p:cNvPr id="46" name="Group 45">
            <a:extLst>
              <a:ext uri="{FF2B5EF4-FFF2-40B4-BE49-F238E27FC236}">
                <a16:creationId xmlns:a16="http://schemas.microsoft.com/office/drawing/2014/main" id="{433F980D-0B64-1BE2-8E37-0439C023E84F}"/>
              </a:ext>
            </a:extLst>
          </p:cNvPr>
          <p:cNvGrpSpPr/>
          <p:nvPr/>
        </p:nvGrpSpPr>
        <p:grpSpPr>
          <a:xfrm>
            <a:off x="7141916" y="-3480288"/>
            <a:ext cx="2503606" cy="2180492"/>
            <a:chOff x="7585564" y="647701"/>
            <a:chExt cx="2503606" cy="2180492"/>
          </a:xfrm>
        </p:grpSpPr>
        <p:sp>
          <p:nvSpPr>
            <p:cNvPr id="8" name="Hexagon 7">
              <a:extLst>
                <a:ext uri="{FF2B5EF4-FFF2-40B4-BE49-F238E27FC236}">
                  <a16:creationId xmlns:a16="http://schemas.microsoft.com/office/drawing/2014/main" id="{5620EE54-8A43-A348-C19D-8017E48FD360}"/>
                </a:ext>
              </a:extLst>
            </p:cNvPr>
            <p:cNvSpPr/>
            <p:nvPr/>
          </p:nvSpPr>
          <p:spPr>
            <a:xfrm>
              <a:off x="7585564" y="647701"/>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Oval 25">
              <a:extLst>
                <a:ext uri="{FF2B5EF4-FFF2-40B4-BE49-F238E27FC236}">
                  <a16:creationId xmlns:a16="http://schemas.microsoft.com/office/drawing/2014/main" id="{0C2AC3A6-D409-835F-0976-09B36B7AD4D2}"/>
                </a:ext>
              </a:extLst>
            </p:cNvPr>
            <p:cNvSpPr/>
            <p:nvPr/>
          </p:nvSpPr>
          <p:spPr>
            <a:xfrm>
              <a:off x="7814895" y="740572"/>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DEA23598-328B-13B5-3569-6290C72915AE}"/>
                </a:ext>
              </a:extLst>
            </p:cNvPr>
            <p:cNvSpPr txBox="1"/>
            <p:nvPr/>
          </p:nvSpPr>
          <p:spPr>
            <a:xfrm>
              <a:off x="7830265" y="904086"/>
              <a:ext cx="2258905" cy="800219"/>
            </a:xfrm>
            <a:prstGeom prst="rect">
              <a:avLst/>
            </a:prstGeom>
            <a:noFill/>
          </p:spPr>
          <p:txBody>
            <a:bodyPr wrap="square" rtlCol="0">
              <a:spAutoFit/>
            </a:bodyPr>
            <a:lstStyle/>
            <a:p>
              <a:r>
                <a:rPr lang="en-IN" sz="2300" b="1" dirty="0">
                  <a:cs typeface="Times New Roman" panose="02020603050405020304" pitchFamily="18" charset="0"/>
                </a:rPr>
                <a:t>     SYSTEM </a:t>
              </a:r>
            </a:p>
            <a:p>
              <a:r>
                <a:rPr lang="en-IN" sz="2300" b="1" dirty="0">
                  <a:cs typeface="Times New Roman" panose="02020603050405020304" pitchFamily="18" charset="0"/>
                </a:rPr>
                <a:t>ARCHITECTURE</a:t>
              </a:r>
            </a:p>
          </p:txBody>
        </p:sp>
        <p:sp>
          <p:nvSpPr>
            <p:cNvPr id="38" name="TextBox 37">
              <a:extLst>
                <a:ext uri="{FF2B5EF4-FFF2-40B4-BE49-F238E27FC236}">
                  <a16:creationId xmlns:a16="http://schemas.microsoft.com/office/drawing/2014/main" id="{A87C4A3E-190F-5035-1A3B-BD16850978BF}"/>
                </a:ext>
              </a:extLst>
            </p:cNvPr>
            <p:cNvSpPr txBox="1"/>
            <p:nvPr/>
          </p:nvSpPr>
          <p:spPr>
            <a:xfrm>
              <a:off x="7998456" y="1761313"/>
              <a:ext cx="1778962" cy="369332"/>
            </a:xfrm>
            <a:prstGeom prst="rect">
              <a:avLst/>
            </a:prstGeom>
            <a:noFill/>
          </p:spPr>
          <p:txBody>
            <a:bodyPr wrap="square" rtlCol="0">
              <a:spAutoFit/>
            </a:bodyPr>
            <a:lstStyle/>
            <a:p>
              <a:r>
                <a:rPr lang="en-IN" dirty="0">
                  <a:solidFill>
                    <a:schemeClr val="tx1">
                      <a:lumMod val="65000"/>
                      <a:lumOff val="35000"/>
                    </a:schemeClr>
                  </a:solidFill>
                </a:rPr>
                <a:t>64-bit machine</a:t>
              </a:r>
            </a:p>
          </p:txBody>
        </p:sp>
      </p:grpSp>
      <p:grpSp>
        <p:nvGrpSpPr>
          <p:cNvPr id="45" name="Group 44">
            <a:extLst>
              <a:ext uri="{FF2B5EF4-FFF2-40B4-BE49-F238E27FC236}">
                <a16:creationId xmlns:a16="http://schemas.microsoft.com/office/drawing/2014/main" id="{D1B8693C-258C-157D-58F4-10B2CA1FAB6C}"/>
              </a:ext>
            </a:extLst>
          </p:cNvPr>
          <p:cNvGrpSpPr/>
          <p:nvPr/>
        </p:nvGrpSpPr>
        <p:grpSpPr>
          <a:xfrm>
            <a:off x="3536331" y="7482254"/>
            <a:ext cx="2807680" cy="2180492"/>
            <a:chOff x="3922845" y="3666393"/>
            <a:chExt cx="2807680" cy="2180492"/>
          </a:xfrm>
        </p:grpSpPr>
        <p:sp>
          <p:nvSpPr>
            <p:cNvPr id="23" name="Hexagon 22">
              <a:extLst>
                <a:ext uri="{FF2B5EF4-FFF2-40B4-BE49-F238E27FC236}">
                  <a16:creationId xmlns:a16="http://schemas.microsoft.com/office/drawing/2014/main" id="{C2413D0F-0EE7-BDFE-C4B1-111A39B40E9E}"/>
                </a:ext>
              </a:extLst>
            </p:cNvPr>
            <p:cNvSpPr/>
            <p:nvPr/>
          </p:nvSpPr>
          <p:spPr>
            <a:xfrm>
              <a:off x="3922845" y="3666393"/>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E6B73755-BBDA-44E7-7149-DBFC9FC3BA38}"/>
                </a:ext>
              </a:extLst>
            </p:cNvPr>
            <p:cNvSpPr/>
            <p:nvPr/>
          </p:nvSpPr>
          <p:spPr>
            <a:xfrm>
              <a:off x="4140436" y="3790769"/>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1AC77E5A-3335-0F10-84E9-A0BEBC310BB4}"/>
                </a:ext>
              </a:extLst>
            </p:cNvPr>
            <p:cNvSpPr txBox="1"/>
            <p:nvPr/>
          </p:nvSpPr>
          <p:spPr>
            <a:xfrm>
              <a:off x="4471620" y="4062711"/>
              <a:ext cx="2258905" cy="461665"/>
            </a:xfrm>
            <a:prstGeom prst="rect">
              <a:avLst/>
            </a:prstGeom>
            <a:noFill/>
          </p:spPr>
          <p:txBody>
            <a:bodyPr wrap="square" rtlCol="0">
              <a:spAutoFit/>
            </a:bodyPr>
            <a:lstStyle/>
            <a:p>
              <a:r>
                <a:rPr lang="en-IN" sz="2300" b="1" dirty="0">
                  <a:cs typeface="Times New Roman" panose="02020603050405020304" pitchFamily="18" charset="0"/>
                </a:rPr>
                <a:t>STORAGE</a:t>
              </a:r>
            </a:p>
          </p:txBody>
        </p:sp>
        <p:sp>
          <p:nvSpPr>
            <p:cNvPr id="39" name="TextBox 38">
              <a:extLst>
                <a:ext uri="{FF2B5EF4-FFF2-40B4-BE49-F238E27FC236}">
                  <a16:creationId xmlns:a16="http://schemas.microsoft.com/office/drawing/2014/main" id="{78F74B98-6D52-F870-F66F-A3DFB0CD2DF5}"/>
                </a:ext>
              </a:extLst>
            </p:cNvPr>
            <p:cNvSpPr txBox="1"/>
            <p:nvPr/>
          </p:nvSpPr>
          <p:spPr>
            <a:xfrm>
              <a:off x="4339029" y="4404097"/>
              <a:ext cx="1713753" cy="923330"/>
            </a:xfrm>
            <a:prstGeom prst="rect">
              <a:avLst/>
            </a:prstGeom>
            <a:noFill/>
          </p:spPr>
          <p:txBody>
            <a:bodyPr wrap="square" rtlCol="0">
              <a:spAutoFit/>
            </a:bodyPr>
            <a:lstStyle/>
            <a:p>
              <a:r>
                <a:rPr lang="en-US" dirty="0">
                  <a:solidFill>
                    <a:schemeClr val="tx1">
                      <a:lumMod val="65000"/>
                      <a:lumOff val="35000"/>
                    </a:schemeClr>
                  </a:solidFill>
                </a:rPr>
                <a:t>At least 10 GB free hard disk/SSD space</a:t>
              </a:r>
              <a:endParaRPr lang="en-IN" dirty="0">
                <a:solidFill>
                  <a:schemeClr val="tx1">
                    <a:lumMod val="65000"/>
                    <a:lumOff val="35000"/>
                  </a:schemeClr>
                </a:solidFill>
              </a:endParaRPr>
            </a:p>
          </p:txBody>
        </p:sp>
      </p:grpSp>
      <p:grpSp>
        <p:nvGrpSpPr>
          <p:cNvPr id="49" name="Group 48">
            <a:extLst>
              <a:ext uri="{FF2B5EF4-FFF2-40B4-BE49-F238E27FC236}">
                <a16:creationId xmlns:a16="http://schemas.microsoft.com/office/drawing/2014/main" id="{B3415547-7419-C767-081E-97D434399B9A}"/>
              </a:ext>
            </a:extLst>
          </p:cNvPr>
          <p:cNvGrpSpPr/>
          <p:nvPr/>
        </p:nvGrpSpPr>
        <p:grpSpPr>
          <a:xfrm>
            <a:off x="-5850970" y="2290190"/>
            <a:ext cx="3054955" cy="2180492"/>
            <a:chOff x="2213459" y="2214197"/>
            <a:chExt cx="3054955" cy="2180492"/>
          </a:xfrm>
        </p:grpSpPr>
        <p:sp>
          <p:nvSpPr>
            <p:cNvPr id="21" name="Hexagon 20">
              <a:extLst>
                <a:ext uri="{FF2B5EF4-FFF2-40B4-BE49-F238E27FC236}">
                  <a16:creationId xmlns:a16="http://schemas.microsoft.com/office/drawing/2014/main" id="{B0619B49-7149-61ED-D991-D9F70808FF03}"/>
                </a:ext>
              </a:extLst>
            </p:cNvPr>
            <p:cNvSpPr/>
            <p:nvPr/>
          </p:nvSpPr>
          <p:spPr>
            <a:xfrm>
              <a:off x="2213459" y="2214197"/>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F1899F54-9415-3273-E147-538156E4E7BF}"/>
                </a:ext>
              </a:extLst>
            </p:cNvPr>
            <p:cNvSpPr/>
            <p:nvPr/>
          </p:nvSpPr>
          <p:spPr>
            <a:xfrm>
              <a:off x="2421547" y="2337840"/>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75A464E7-F45C-52CE-9C49-0B0340C13A79}"/>
                </a:ext>
              </a:extLst>
            </p:cNvPr>
            <p:cNvSpPr txBox="1"/>
            <p:nvPr/>
          </p:nvSpPr>
          <p:spPr>
            <a:xfrm>
              <a:off x="3009509" y="2540176"/>
              <a:ext cx="2258905" cy="461665"/>
            </a:xfrm>
            <a:prstGeom prst="rect">
              <a:avLst/>
            </a:prstGeom>
            <a:noFill/>
          </p:spPr>
          <p:txBody>
            <a:bodyPr wrap="square" rtlCol="0">
              <a:spAutoFit/>
            </a:bodyPr>
            <a:lstStyle/>
            <a:p>
              <a:r>
                <a:rPr lang="en-IN" sz="2300" b="1" dirty="0">
                  <a:cs typeface="Times New Roman" panose="02020603050405020304" pitchFamily="18" charset="0"/>
                </a:rPr>
                <a:t>RAM</a:t>
              </a:r>
            </a:p>
          </p:txBody>
        </p:sp>
        <p:sp>
          <p:nvSpPr>
            <p:cNvPr id="40" name="TextBox 39">
              <a:extLst>
                <a:ext uri="{FF2B5EF4-FFF2-40B4-BE49-F238E27FC236}">
                  <a16:creationId xmlns:a16="http://schemas.microsoft.com/office/drawing/2014/main" id="{A38BDEFE-94C3-AF3E-52F5-2E07B56992A4}"/>
                </a:ext>
              </a:extLst>
            </p:cNvPr>
            <p:cNvSpPr txBox="1"/>
            <p:nvPr/>
          </p:nvSpPr>
          <p:spPr>
            <a:xfrm>
              <a:off x="2674493" y="3028698"/>
              <a:ext cx="1736341" cy="369332"/>
            </a:xfrm>
            <a:prstGeom prst="rect">
              <a:avLst/>
            </a:prstGeom>
            <a:noFill/>
          </p:spPr>
          <p:txBody>
            <a:bodyPr wrap="square" rtlCol="0">
              <a:spAutoFit/>
            </a:bodyPr>
            <a:lstStyle/>
            <a:p>
              <a:r>
                <a:rPr lang="en-IN" dirty="0">
                  <a:solidFill>
                    <a:schemeClr val="tx1">
                      <a:lumMod val="65000"/>
                      <a:lumOff val="35000"/>
                    </a:schemeClr>
                  </a:solidFill>
                </a:rPr>
                <a:t>Minimum 4 GB</a:t>
              </a:r>
            </a:p>
          </p:txBody>
        </p:sp>
      </p:grpSp>
      <p:grpSp>
        <p:nvGrpSpPr>
          <p:cNvPr id="48" name="Group 47">
            <a:extLst>
              <a:ext uri="{FF2B5EF4-FFF2-40B4-BE49-F238E27FC236}">
                <a16:creationId xmlns:a16="http://schemas.microsoft.com/office/drawing/2014/main" id="{3F51637A-5C55-03BE-8DCA-3EF038895390}"/>
              </a:ext>
            </a:extLst>
          </p:cNvPr>
          <p:cNvGrpSpPr/>
          <p:nvPr/>
        </p:nvGrpSpPr>
        <p:grpSpPr>
          <a:xfrm>
            <a:off x="7334235" y="7367892"/>
            <a:ext cx="2754935" cy="2180492"/>
            <a:chOff x="7442692" y="3587262"/>
            <a:chExt cx="2754935" cy="2180492"/>
          </a:xfrm>
        </p:grpSpPr>
        <p:sp>
          <p:nvSpPr>
            <p:cNvPr id="19" name="Hexagon 18">
              <a:extLst>
                <a:ext uri="{FF2B5EF4-FFF2-40B4-BE49-F238E27FC236}">
                  <a16:creationId xmlns:a16="http://schemas.microsoft.com/office/drawing/2014/main" id="{2BBC42DB-1881-FED6-4B8E-195744DC60A3}"/>
                </a:ext>
              </a:extLst>
            </p:cNvPr>
            <p:cNvSpPr/>
            <p:nvPr/>
          </p:nvSpPr>
          <p:spPr>
            <a:xfrm>
              <a:off x="7442692" y="3587262"/>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Oval 26">
              <a:extLst>
                <a:ext uri="{FF2B5EF4-FFF2-40B4-BE49-F238E27FC236}">
                  <a16:creationId xmlns:a16="http://schemas.microsoft.com/office/drawing/2014/main" id="{E0917EA2-0F04-DBDB-F175-76125BE0A665}"/>
                </a:ext>
              </a:extLst>
            </p:cNvPr>
            <p:cNvSpPr/>
            <p:nvPr/>
          </p:nvSpPr>
          <p:spPr>
            <a:xfrm>
              <a:off x="7661028" y="3718048"/>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TextBox 34">
              <a:extLst>
                <a:ext uri="{FF2B5EF4-FFF2-40B4-BE49-F238E27FC236}">
                  <a16:creationId xmlns:a16="http://schemas.microsoft.com/office/drawing/2014/main" id="{5362F577-9EBC-36D7-F6D3-4F5C013FC46B}"/>
                </a:ext>
              </a:extLst>
            </p:cNvPr>
            <p:cNvSpPr txBox="1"/>
            <p:nvPr/>
          </p:nvSpPr>
          <p:spPr>
            <a:xfrm>
              <a:off x="7844915" y="3888432"/>
              <a:ext cx="2258905" cy="800219"/>
            </a:xfrm>
            <a:prstGeom prst="rect">
              <a:avLst/>
            </a:prstGeom>
            <a:noFill/>
          </p:spPr>
          <p:txBody>
            <a:bodyPr wrap="square" rtlCol="0">
              <a:spAutoFit/>
            </a:bodyPr>
            <a:lstStyle/>
            <a:p>
              <a:r>
                <a:rPr lang="en-IN" sz="2300" b="1" dirty="0">
                  <a:cs typeface="Times New Roman" panose="02020603050405020304" pitchFamily="18" charset="0"/>
                </a:rPr>
                <a:t>   POWER</a:t>
              </a:r>
            </a:p>
            <a:p>
              <a:r>
                <a:rPr lang="en-IN" sz="2300" b="1" dirty="0">
                  <a:cs typeface="Times New Roman" panose="02020603050405020304" pitchFamily="18" charset="0"/>
                </a:rPr>
                <a:t>  STABILITY</a:t>
              </a:r>
            </a:p>
          </p:txBody>
        </p:sp>
        <p:sp>
          <p:nvSpPr>
            <p:cNvPr id="43" name="TextBox 42">
              <a:extLst>
                <a:ext uri="{FF2B5EF4-FFF2-40B4-BE49-F238E27FC236}">
                  <a16:creationId xmlns:a16="http://schemas.microsoft.com/office/drawing/2014/main" id="{3BDA565D-B645-93B9-D60F-603B3B2AF3F3}"/>
                </a:ext>
              </a:extLst>
            </p:cNvPr>
            <p:cNvSpPr txBox="1"/>
            <p:nvPr/>
          </p:nvSpPr>
          <p:spPr>
            <a:xfrm>
              <a:off x="7923352" y="4630723"/>
              <a:ext cx="2274275" cy="646331"/>
            </a:xfrm>
            <a:prstGeom prst="rect">
              <a:avLst/>
            </a:prstGeom>
            <a:noFill/>
          </p:spPr>
          <p:txBody>
            <a:bodyPr wrap="square" rtlCol="0">
              <a:spAutoFit/>
            </a:bodyPr>
            <a:lstStyle/>
            <a:p>
              <a:r>
                <a:rPr lang="en-US" dirty="0">
                  <a:solidFill>
                    <a:schemeClr val="tx1">
                      <a:lumMod val="65000"/>
                      <a:lumOff val="35000"/>
                    </a:schemeClr>
                  </a:solidFill>
                </a:rPr>
                <a:t>uninterrupted </a:t>
              </a:r>
            </a:p>
            <a:p>
              <a:r>
                <a:rPr lang="en-US" dirty="0">
                  <a:solidFill>
                    <a:schemeClr val="tx1">
                      <a:lumMod val="65000"/>
                      <a:lumOff val="35000"/>
                    </a:schemeClr>
                  </a:solidFill>
                </a:rPr>
                <a:t>power supply</a:t>
              </a:r>
              <a:endParaRPr lang="en-IN" dirty="0">
                <a:solidFill>
                  <a:schemeClr val="tx1">
                    <a:lumMod val="65000"/>
                    <a:lumOff val="35000"/>
                  </a:schemeClr>
                </a:solidFill>
              </a:endParaRPr>
            </a:p>
          </p:txBody>
        </p:sp>
      </p:grpSp>
      <p:sp>
        <p:nvSpPr>
          <p:cNvPr id="51" name="TextBox 50">
            <a:extLst>
              <a:ext uri="{FF2B5EF4-FFF2-40B4-BE49-F238E27FC236}">
                <a16:creationId xmlns:a16="http://schemas.microsoft.com/office/drawing/2014/main" id="{BBE15094-0A94-82BF-CD7E-8292E7C7C694}"/>
              </a:ext>
            </a:extLst>
          </p:cNvPr>
          <p:cNvSpPr txBox="1"/>
          <p:nvPr/>
        </p:nvSpPr>
        <p:spPr>
          <a:xfrm>
            <a:off x="178803" y="220914"/>
            <a:ext cx="4232031" cy="1077218"/>
          </a:xfrm>
          <a:prstGeom prst="rect">
            <a:avLst/>
          </a:prstGeom>
          <a:noFill/>
        </p:spPr>
        <p:txBody>
          <a:bodyPr wrap="square" rtlCol="0">
            <a:spAutoFit/>
          </a:bodyPr>
          <a:lstStyle/>
          <a:p>
            <a:r>
              <a:rPr lang="en-IN" sz="3200" b="1" dirty="0">
                <a:solidFill>
                  <a:schemeClr val="bg1"/>
                </a:solidFill>
                <a:latin typeface="Britannic Bold" panose="020B0903060703020204" pitchFamily="34" charset="0"/>
                <a:cs typeface="Times New Roman" panose="02020603050405020304" pitchFamily="18" charset="0"/>
              </a:rPr>
              <a:t>SOFTWARE </a:t>
            </a:r>
          </a:p>
          <a:p>
            <a:r>
              <a:rPr lang="en-IN" sz="3200" b="1" dirty="0">
                <a:solidFill>
                  <a:schemeClr val="bg1"/>
                </a:solidFill>
                <a:latin typeface="Britannic Bold" panose="020B0903060703020204" pitchFamily="34" charset="0"/>
                <a:cs typeface="Times New Roman" panose="02020603050405020304" pitchFamily="18" charset="0"/>
              </a:rPr>
              <a:t>REQUIREMENTS</a:t>
            </a:r>
          </a:p>
        </p:txBody>
      </p:sp>
    </p:spTree>
    <p:extLst>
      <p:ext uri="{BB962C8B-B14F-4D97-AF65-F5344CB8AC3E}">
        <p14:creationId xmlns:p14="http://schemas.microsoft.com/office/powerpoint/2010/main" val="40837434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500" fill="hold"/>
                                        <p:tgtEl>
                                          <p:spTgt spid="51"/>
                                        </p:tgtEl>
                                        <p:attrNameLst>
                                          <p:attrName>ppt_x</p:attrName>
                                        </p:attrNameLst>
                                      </p:cBhvr>
                                      <p:tavLst>
                                        <p:tav tm="0">
                                          <p:val>
                                            <p:strVal val="0-#ppt_w/2"/>
                                          </p:val>
                                        </p:tav>
                                        <p:tav tm="100000">
                                          <p:val>
                                            <p:strVal val="#ppt_x"/>
                                          </p:val>
                                        </p:tav>
                                      </p:tavLst>
                                    </p:anim>
                                    <p:anim calcmode="lin" valueType="num">
                                      <p:cBhvr additive="base">
                                        <p:cTn id="8" dur="5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C163D-FFCF-C2DF-0E3D-70DB15C3080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CA8297F-567D-E70E-F7A2-29D6F6FA654B}"/>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F8D7B51C-B976-B36F-8C43-C3DE90DCACC6}"/>
              </a:ext>
            </a:extLst>
          </p:cNvPr>
          <p:cNvSpPr/>
          <p:nvPr/>
        </p:nvSpPr>
        <p:spPr>
          <a:xfrm>
            <a:off x="5844077" y="2907149"/>
            <a:ext cx="2116017" cy="521676"/>
          </a:xfrm>
          <a:prstGeom prst="roundRect">
            <a:avLst>
              <a:gd name="adj" fmla="val 50000"/>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 name="Graphic 3" descr="Single gear with solid fill">
            <a:extLst>
              <a:ext uri="{FF2B5EF4-FFF2-40B4-BE49-F238E27FC236}">
                <a16:creationId xmlns:a16="http://schemas.microsoft.com/office/drawing/2014/main" id="{3CDE3614-14A4-DF63-8287-CDB17BBF040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73965" y="2483407"/>
            <a:ext cx="1371601" cy="1371601"/>
          </a:xfrm>
          <a:prstGeom prst="rect">
            <a:avLst/>
          </a:prstGeom>
        </p:spPr>
      </p:pic>
      <p:pic>
        <p:nvPicPr>
          <p:cNvPr id="6" name="Graphic 5" descr="Single gear with solid fill">
            <a:extLst>
              <a:ext uri="{FF2B5EF4-FFF2-40B4-BE49-F238E27FC236}">
                <a16:creationId xmlns:a16="http://schemas.microsoft.com/office/drawing/2014/main" id="{F9D8A9E0-50BC-41E1-A89B-14B3EF99D150}"/>
              </a:ext>
            </a:extLst>
          </p:cNvPr>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7018844" y="2426953"/>
            <a:ext cx="1465382" cy="1465382"/>
          </a:xfrm>
          <a:prstGeom prst="rect">
            <a:avLst/>
          </a:prstGeom>
        </p:spPr>
      </p:pic>
      <p:sp>
        <p:nvSpPr>
          <p:cNvPr id="8" name="Hexagon 7">
            <a:extLst>
              <a:ext uri="{FF2B5EF4-FFF2-40B4-BE49-F238E27FC236}">
                <a16:creationId xmlns:a16="http://schemas.microsoft.com/office/drawing/2014/main" id="{8847D3E9-D54A-874A-0C4D-4C0A12FE11FB}"/>
              </a:ext>
            </a:extLst>
          </p:cNvPr>
          <p:cNvSpPr/>
          <p:nvPr/>
        </p:nvSpPr>
        <p:spPr>
          <a:xfrm>
            <a:off x="7585564" y="647701"/>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Hexagon 18">
            <a:extLst>
              <a:ext uri="{FF2B5EF4-FFF2-40B4-BE49-F238E27FC236}">
                <a16:creationId xmlns:a16="http://schemas.microsoft.com/office/drawing/2014/main" id="{CC9139EE-B2BF-8D9D-D422-D040C0A81C61}"/>
              </a:ext>
            </a:extLst>
          </p:cNvPr>
          <p:cNvSpPr/>
          <p:nvPr/>
        </p:nvSpPr>
        <p:spPr>
          <a:xfrm>
            <a:off x="7442692" y="3587262"/>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Hexagon 19">
            <a:extLst>
              <a:ext uri="{FF2B5EF4-FFF2-40B4-BE49-F238E27FC236}">
                <a16:creationId xmlns:a16="http://schemas.microsoft.com/office/drawing/2014/main" id="{1D263E36-4885-FFB3-4305-3CF76EEB3ACF}"/>
              </a:ext>
            </a:extLst>
          </p:cNvPr>
          <p:cNvSpPr/>
          <p:nvPr/>
        </p:nvSpPr>
        <p:spPr>
          <a:xfrm>
            <a:off x="9253904" y="2214197"/>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Hexagon 20">
            <a:extLst>
              <a:ext uri="{FF2B5EF4-FFF2-40B4-BE49-F238E27FC236}">
                <a16:creationId xmlns:a16="http://schemas.microsoft.com/office/drawing/2014/main" id="{2A7476A4-AAE4-65EC-E792-ADC0CA967C42}"/>
              </a:ext>
            </a:extLst>
          </p:cNvPr>
          <p:cNvSpPr/>
          <p:nvPr/>
        </p:nvSpPr>
        <p:spPr>
          <a:xfrm>
            <a:off x="2213459" y="2214197"/>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Hexagon 21">
            <a:extLst>
              <a:ext uri="{FF2B5EF4-FFF2-40B4-BE49-F238E27FC236}">
                <a16:creationId xmlns:a16="http://schemas.microsoft.com/office/drawing/2014/main" id="{18EABBF1-8CBB-D81A-24F7-3D16F74FC30C}"/>
              </a:ext>
            </a:extLst>
          </p:cNvPr>
          <p:cNvSpPr/>
          <p:nvPr/>
        </p:nvSpPr>
        <p:spPr>
          <a:xfrm>
            <a:off x="3799743" y="517282"/>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Hexagon 22">
            <a:extLst>
              <a:ext uri="{FF2B5EF4-FFF2-40B4-BE49-F238E27FC236}">
                <a16:creationId xmlns:a16="http://schemas.microsoft.com/office/drawing/2014/main" id="{3CCA5343-79A3-B345-38B6-0552463B594E}"/>
              </a:ext>
            </a:extLst>
          </p:cNvPr>
          <p:cNvSpPr/>
          <p:nvPr/>
        </p:nvSpPr>
        <p:spPr>
          <a:xfrm>
            <a:off x="3922845" y="3666393"/>
            <a:ext cx="2476496" cy="2180492"/>
          </a:xfrm>
          <a:prstGeom prst="hexagon">
            <a:avLst>
              <a:gd name="adj" fmla="val 28947"/>
              <a:gd name="vf" fmla="val 115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B2C16402-EDE5-6610-F58E-C5718EAF21F5}"/>
              </a:ext>
            </a:extLst>
          </p:cNvPr>
          <p:cNvSpPr/>
          <p:nvPr/>
        </p:nvSpPr>
        <p:spPr>
          <a:xfrm>
            <a:off x="4004897" y="645687"/>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lumMod val="65000"/>
                  <a:lumOff val="35000"/>
                </a:schemeClr>
              </a:solidFill>
            </a:endParaRPr>
          </a:p>
        </p:txBody>
      </p:sp>
      <p:sp>
        <p:nvSpPr>
          <p:cNvPr id="25" name="Oval 24">
            <a:extLst>
              <a:ext uri="{FF2B5EF4-FFF2-40B4-BE49-F238E27FC236}">
                <a16:creationId xmlns:a16="http://schemas.microsoft.com/office/drawing/2014/main" id="{A1193C35-A1AE-495F-7A3A-FE2017438C1B}"/>
              </a:ext>
            </a:extLst>
          </p:cNvPr>
          <p:cNvSpPr/>
          <p:nvPr/>
        </p:nvSpPr>
        <p:spPr>
          <a:xfrm>
            <a:off x="9471513" y="2350295"/>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BEF5DE21-E8A1-02B3-A49A-E806DFAFAE1A}"/>
              </a:ext>
            </a:extLst>
          </p:cNvPr>
          <p:cNvSpPr/>
          <p:nvPr/>
        </p:nvSpPr>
        <p:spPr>
          <a:xfrm>
            <a:off x="7814895" y="740572"/>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AB22774B-C2F0-FA97-A167-CE7DE7438A56}"/>
              </a:ext>
            </a:extLst>
          </p:cNvPr>
          <p:cNvSpPr/>
          <p:nvPr/>
        </p:nvSpPr>
        <p:spPr>
          <a:xfrm>
            <a:off x="7661028" y="3718048"/>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Oval 27">
            <a:extLst>
              <a:ext uri="{FF2B5EF4-FFF2-40B4-BE49-F238E27FC236}">
                <a16:creationId xmlns:a16="http://schemas.microsoft.com/office/drawing/2014/main" id="{5F4F8A0A-D339-0BD8-8829-FA6A56195EEF}"/>
              </a:ext>
            </a:extLst>
          </p:cNvPr>
          <p:cNvSpPr/>
          <p:nvPr/>
        </p:nvSpPr>
        <p:spPr>
          <a:xfrm>
            <a:off x="4140436" y="3790769"/>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2CF8A4A0-633E-E54F-D326-C583E815BA28}"/>
              </a:ext>
            </a:extLst>
          </p:cNvPr>
          <p:cNvSpPr/>
          <p:nvPr/>
        </p:nvSpPr>
        <p:spPr>
          <a:xfrm>
            <a:off x="2421547" y="2337840"/>
            <a:ext cx="2017834" cy="1908296"/>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C85A54E5-82DC-C0EF-9A68-DD145077E584}"/>
              </a:ext>
            </a:extLst>
          </p:cNvPr>
          <p:cNvSpPr txBox="1"/>
          <p:nvPr/>
        </p:nvSpPr>
        <p:spPr>
          <a:xfrm>
            <a:off x="4189522" y="839299"/>
            <a:ext cx="2258905" cy="800219"/>
          </a:xfrm>
          <a:prstGeom prst="rect">
            <a:avLst/>
          </a:prstGeom>
          <a:noFill/>
        </p:spPr>
        <p:txBody>
          <a:bodyPr wrap="square" rtlCol="0">
            <a:spAutoFit/>
          </a:bodyPr>
          <a:lstStyle/>
          <a:p>
            <a:r>
              <a:rPr lang="en-IN" sz="2300" b="1" dirty="0">
                <a:cs typeface="Times New Roman" panose="02020603050405020304" pitchFamily="18" charset="0"/>
              </a:rPr>
              <a:t>OPERATING</a:t>
            </a:r>
            <a:br>
              <a:rPr lang="en-IN" sz="2300" b="1" dirty="0">
                <a:cs typeface="Times New Roman" panose="02020603050405020304" pitchFamily="18" charset="0"/>
              </a:rPr>
            </a:br>
            <a:r>
              <a:rPr lang="en-IN" sz="2300" b="1" dirty="0">
                <a:cs typeface="Times New Roman" panose="02020603050405020304" pitchFamily="18" charset="0"/>
              </a:rPr>
              <a:t>   SYSTEM</a:t>
            </a:r>
          </a:p>
        </p:txBody>
      </p:sp>
      <p:sp>
        <p:nvSpPr>
          <p:cNvPr id="31" name="TextBox 30">
            <a:extLst>
              <a:ext uri="{FF2B5EF4-FFF2-40B4-BE49-F238E27FC236}">
                <a16:creationId xmlns:a16="http://schemas.microsoft.com/office/drawing/2014/main" id="{A44284A5-E6D7-2C06-4A8C-B32C7D9B9ECD}"/>
              </a:ext>
            </a:extLst>
          </p:cNvPr>
          <p:cNvSpPr txBox="1"/>
          <p:nvPr/>
        </p:nvSpPr>
        <p:spPr>
          <a:xfrm>
            <a:off x="10175098" y="2407261"/>
            <a:ext cx="2258905" cy="461665"/>
          </a:xfrm>
          <a:prstGeom prst="rect">
            <a:avLst/>
          </a:prstGeom>
          <a:noFill/>
        </p:spPr>
        <p:txBody>
          <a:bodyPr wrap="square" rtlCol="0">
            <a:spAutoFit/>
          </a:bodyPr>
          <a:lstStyle/>
          <a:p>
            <a:r>
              <a:rPr lang="en-IN" sz="2400" b="1" dirty="0"/>
              <a:t>IDE</a:t>
            </a:r>
            <a:endParaRPr lang="en-IN" sz="2300" b="1" dirty="0">
              <a:cs typeface="Times New Roman" panose="02020603050405020304" pitchFamily="18" charset="0"/>
            </a:endParaRPr>
          </a:p>
        </p:txBody>
      </p:sp>
      <p:sp>
        <p:nvSpPr>
          <p:cNvPr id="32" name="TextBox 31">
            <a:extLst>
              <a:ext uri="{FF2B5EF4-FFF2-40B4-BE49-F238E27FC236}">
                <a16:creationId xmlns:a16="http://schemas.microsoft.com/office/drawing/2014/main" id="{F1985BA9-9E0A-7D1C-C2B6-3EBAE82A0DF9}"/>
              </a:ext>
            </a:extLst>
          </p:cNvPr>
          <p:cNvSpPr txBox="1"/>
          <p:nvPr/>
        </p:nvSpPr>
        <p:spPr>
          <a:xfrm>
            <a:off x="7870532" y="923823"/>
            <a:ext cx="2258905" cy="769441"/>
          </a:xfrm>
          <a:prstGeom prst="rect">
            <a:avLst/>
          </a:prstGeom>
          <a:noFill/>
        </p:spPr>
        <p:txBody>
          <a:bodyPr wrap="square" rtlCol="0">
            <a:spAutoFit/>
          </a:bodyPr>
          <a:lstStyle/>
          <a:p>
            <a:r>
              <a:rPr lang="en-IN" sz="2200" b="1" dirty="0"/>
              <a:t>  FRONTEND TECHNOLOGIES</a:t>
            </a:r>
            <a:endParaRPr lang="en-IN" sz="2200" b="1" dirty="0">
              <a:cs typeface="Times New Roman" panose="02020603050405020304" pitchFamily="18" charset="0"/>
            </a:endParaRPr>
          </a:p>
        </p:txBody>
      </p:sp>
      <p:sp>
        <p:nvSpPr>
          <p:cNvPr id="33" name="TextBox 32">
            <a:extLst>
              <a:ext uri="{FF2B5EF4-FFF2-40B4-BE49-F238E27FC236}">
                <a16:creationId xmlns:a16="http://schemas.microsoft.com/office/drawing/2014/main" id="{2B7D9F18-78F4-ACE9-40C5-7F63C0BCB1E0}"/>
              </a:ext>
            </a:extLst>
          </p:cNvPr>
          <p:cNvSpPr txBox="1"/>
          <p:nvPr/>
        </p:nvSpPr>
        <p:spPr>
          <a:xfrm>
            <a:off x="4260221" y="3972058"/>
            <a:ext cx="2258905" cy="830997"/>
          </a:xfrm>
          <a:prstGeom prst="rect">
            <a:avLst/>
          </a:prstGeom>
          <a:noFill/>
        </p:spPr>
        <p:txBody>
          <a:bodyPr wrap="square" rtlCol="0">
            <a:spAutoFit/>
          </a:bodyPr>
          <a:lstStyle/>
          <a:p>
            <a:r>
              <a:rPr lang="en-IN" sz="2400" b="1" dirty="0"/>
              <a:t>  BACKEND FRAMEWORK</a:t>
            </a:r>
            <a:endParaRPr lang="en-IN" sz="2300" b="1" dirty="0">
              <a:cs typeface="Times New Roman" panose="02020603050405020304" pitchFamily="18" charset="0"/>
            </a:endParaRPr>
          </a:p>
        </p:txBody>
      </p:sp>
      <p:sp>
        <p:nvSpPr>
          <p:cNvPr id="34" name="TextBox 33">
            <a:extLst>
              <a:ext uri="{FF2B5EF4-FFF2-40B4-BE49-F238E27FC236}">
                <a16:creationId xmlns:a16="http://schemas.microsoft.com/office/drawing/2014/main" id="{C64DE745-14A1-3D38-EFDB-0BF52D76394C}"/>
              </a:ext>
            </a:extLst>
          </p:cNvPr>
          <p:cNvSpPr txBox="1"/>
          <p:nvPr/>
        </p:nvSpPr>
        <p:spPr>
          <a:xfrm>
            <a:off x="3074378" y="2498025"/>
            <a:ext cx="2258905" cy="461665"/>
          </a:xfrm>
          <a:prstGeom prst="rect">
            <a:avLst/>
          </a:prstGeom>
          <a:noFill/>
        </p:spPr>
        <p:txBody>
          <a:bodyPr wrap="square" rtlCol="0">
            <a:spAutoFit/>
          </a:bodyPr>
          <a:lstStyle/>
          <a:p>
            <a:r>
              <a:rPr lang="en-IN" sz="2400" b="1" dirty="0"/>
              <a:t>JDK</a:t>
            </a:r>
            <a:endParaRPr lang="en-IN" sz="2300" b="1" dirty="0">
              <a:cs typeface="Times New Roman" panose="02020603050405020304" pitchFamily="18" charset="0"/>
            </a:endParaRPr>
          </a:p>
        </p:txBody>
      </p:sp>
      <p:sp>
        <p:nvSpPr>
          <p:cNvPr id="35" name="TextBox 34">
            <a:extLst>
              <a:ext uri="{FF2B5EF4-FFF2-40B4-BE49-F238E27FC236}">
                <a16:creationId xmlns:a16="http://schemas.microsoft.com/office/drawing/2014/main" id="{9A4EB2C1-1484-DD45-3455-E3643C7604AC}"/>
              </a:ext>
            </a:extLst>
          </p:cNvPr>
          <p:cNvSpPr txBox="1"/>
          <p:nvPr/>
        </p:nvSpPr>
        <p:spPr>
          <a:xfrm>
            <a:off x="7941521" y="3755643"/>
            <a:ext cx="2258905" cy="830997"/>
          </a:xfrm>
          <a:prstGeom prst="rect">
            <a:avLst/>
          </a:prstGeom>
          <a:noFill/>
        </p:spPr>
        <p:txBody>
          <a:bodyPr wrap="square" rtlCol="0">
            <a:spAutoFit/>
          </a:bodyPr>
          <a:lstStyle/>
          <a:p>
            <a:r>
              <a:rPr lang="en-IN" sz="2400" b="1" dirty="0"/>
              <a:t>    WEB </a:t>
            </a:r>
          </a:p>
          <a:p>
            <a:r>
              <a:rPr lang="en-IN" sz="2400" b="1" dirty="0"/>
              <a:t>BROWSER</a:t>
            </a:r>
            <a:endParaRPr lang="en-IN" sz="2300" b="1" dirty="0">
              <a:cs typeface="Times New Roman" panose="02020603050405020304" pitchFamily="18" charset="0"/>
            </a:endParaRPr>
          </a:p>
        </p:txBody>
      </p:sp>
      <p:sp>
        <p:nvSpPr>
          <p:cNvPr id="36" name="TextBox 35">
            <a:extLst>
              <a:ext uri="{FF2B5EF4-FFF2-40B4-BE49-F238E27FC236}">
                <a16:creationId xmlns:a16="http://schemas.microsoft.com/office/drawing/2014/main" id="{79CB8901-A5F7-02DB-DC82-F9B8394F6C4C}"/>
              </a:ext>
            </a:extLst>
          </p:cNvPr>
          <p:cNvSpPr txBox="1"/>
          <p:nvPr/>
        </p:nvSpPr>
        <p:spPr>
          <a:xfrm>
            <a:off x="4287701" y="1597915"/>
            <a:ext cx="1556498" cy="646331"/>
          </a:xfrm>
          <a:prstGeom prst="rect">
            <a:avLst/>
          </a:prstGeom>
          <a:noFill/>
        </p:spPr>
        <p:txBody>
          <a:bodyPr wrap="square" rtlCol="0">
            <a:spAutoFit/>
          </a:bodyPr>
          <a:lstStyle/>
          <a:p>
            <a:r>
              <a:rPr lang="en-IN" dirty="0">
                <a:solidFill>
                  <a:schemeClr val="tx1">
                    <a:lumMod val="65000"/>
                    <a:lumOff val="35000"/>
                  </a:schemeClr>
                </a:solidFill>
              </a:rPr>
              <a:t>Windows / Linux / macOS</a:t>
            </a:r>
          </a:p>
        </p:txBody>
      </p:sp>
      <p:sp>
        <p:nvSpPr>
          <p:cNvPr id="37" name="TextBox 36">
            <a:extLst>
              <a:ext uri="{FF2B5EF4-FFF2-40B4-BE49-F238E27FC236}">
                <a16:creationId xmlns:a16="http://schemas.microsoft.com/office/drawing/2014/main" id="{3D618C81-BA8D-11D5-8384-3E04F1864D3A}"/>
              </a:ext>
            </a:extLst>
          </p:cNvPr>
          <p:cNvSpPr txBox="1"/>
          <p:nvPr/>
        </p:nvSpPr>
        <p:spPr>
          <a:xfrm>
            <a:off x="9647009" y="2977932"/>
            <a:ext cx="1777012" cy="646331"/>
          </a:xfrm>
          <a:prstGeom prst="rect">
            <a:avLst/>
          </a:prstGeom>
          <a:noFill/>
        </p:spPr>
        <p:txBody>
          <a:bodyPr wrap="square" rtlCol="0">
            <a:spAutoFit/>
          </a:bodyPr>
          <a:lstStyle/>
          <a:p>
            <a:r>
              <a:rPr lang="es-ES" dirty="0">
                <a:solidFill>
                  <a:schemeClr val="tx1">
                    <a:lumMod val="65000"/>
                    <a:lumOff val="35000"/>
                  </a:schemeClr>
                </a:solidFill>
              </a:rPr>
              <a:t>IntelliJ IDEA / Eclipse / VS </a:t>
            </a:r>
            <a:r>
              <a:rPr lang="es-ES" dirty="0" err="1">
                <a:solidFill>
                  <a:schemeClr val="tx1">
                    <a:lumMod val="65000"/>
                    <a:lumOff val="35000"/>
                  </a:schemeClr>
                </a:solidFill>
              </a:rPr>
              <a:t>Code</a:t>
            </a:r>
            <a:r>
              <a:rPr lang="es-ES" dirty="0">
                <a:solidFill>
                  <a:schemeClr val="tx1">
                    <a:lumMod val="65000"/>
                    <a:lumOff val="35000"/>
                  </a:schemeClr>
                </a:solidFill>
              </a:rPr>
              <a:t> </a:t>
            </a:r>
            <a:endParaRPr lang="en-IN" dirty="0">
              <a:solidFill>
                <a:schemeClr val="tx1">
                  <a:lumMod val="65000"/>
                  <a:lumOff val="35000"/>
                </a:schemeClr>
              </a:solidFill>
            </a:endParaRPr>
          </a:p>
        </p:txBody>
      </p:sp>
      <p:sp>
        <p:nvSpPr>
          <p:cNvPr id="38" name="TextBox 37">
            <a:extLst>
              <a:ext uri="{FF2B5EF4-FFF2-40B4-BE49-F238E27FC236}">
                <a16:creationId xmlns:a16="http://schemas.microsoft.com/office/drawing/2014/main" id="{2B76F4AC-1856-E7D6-39A8-1CF8D77A055D}"/>
              </a:ext>
            </a:extLst>
          </p:cNvPr>
          <p:cNvSpPr txBox="1"/>
          <p:nvPr/>
        </p:nvSpPr>
        <p:spPr>
          <a:xfrm>
            <a:off x="7998456" y="1761313"/>
            <a:ext cx="1778962" cy="646331"/>
          </a:xfrm>
          <a:prstGeom prst="rect">
            <a:avLst/>
          </a:prstGeom>
          <a:noFill/>
        </p:spPr>
        <p:txBody>
          <a:bodyPr wrap="square" rtlCol="0">
            <a:spAutoFit/>
          </a:bodyPr>
          <a:lstStyle/>
          <a:p>
            <a:r>
              <a:rPr lang="en-IN" dirty="0">
                <a:solidFill>
                  <a:schemeClr val="tx1">
                    <a:lumMod val="65000"/>
                    <a:lumOff val="35000"/>
                  </a:schemeClr>
                </a:solidFill>
              </a:rPr>
              <a:t>HTML, CSS, and JavaScript</a:t>
            </a:r>
          </a:p>
        </p:txBody>
      </p:sp>
      <p:sp>
        <p:nvSpPr>
          <p:cNvPr id="39" name="TextBox 38">
            <a:extLst>
              <a:ext uri="{FF2B5EF4-FFF2-40B4-BE49-F238E27FC236}">
                <a16:creationId xmlns:a16="http://schemas.microsoft.com/office/drawing/2014/main" id="{4C073882-5343-B229-EBF9-D3CAAA97B90D}"/>
              </a:ext>
            </a:extLst>
          </p:cNvPr>
          <p:cNvSpPr txBox="1"/>
          <p:nvPr/>
        </p:nvSpPr>
        <p:spPr>
          <a:xfrm>
            <a:off x="4476406" y="4825786"/>
            <a:ext cx="1713753" cy="369332"/>
          </a:xfrm>
          <a:prstGeom prst="rect">
            <a:avLst/>
          </a:prstGeom>
          <a:noFill/>
        </p:spPr>
        <p:txBody>
          <a:bodyPr wrap="square" rtlCol="0">
            <a:spAutoFit/>
          </a:bodyPr>
          <a:lstStyle/>
          <a:p>
            <a:r>
              <a:rPr lang="en-IN" dirty="0">
                <a:solidFill>
                  <a:schemeClr val="tx1">
                    <a:lumMod val="65000"/>
                    <a:lumOff val="35000"/>
                  </a:schemeClr>
                </a:solidFill>
              </a:rPr>
              <a:t>Spring Boot</a:t>
            </a:r>
          </a:p>
        </p:txBody>
      </p:sp>
      <p:sp>
        <p:nvSpPr>
          <p:cNvPr id="40" name="TextBox 39">
            <a:extLst>
              <a:ext uri="{FF2B5EF4-FFF2-40B4-BE49-F238E27FC236}">
                <a16:creationId xmlns:a16="http://schemas.microsoft.com/office/drawing/2014/main" id="{86E1C085-B55A-FAA5-713F-E6E48EEA99A8}"/>
              </a:ext>
            </a:extLst>
          </p:cNvPr>
          <p:cNvSpPr txBox="1"/>
          <p:nvPr/>
        </p:nvSpPr>
        <p:spPr>
          <a:xfrm>
            <a:off x="2674493" y="3028698"/>
            <a:ext cx="1736341" cy="369332"/>
          </a:xfrm>
          <a:prstGeom prst="rect">
            <a:avLst/>
          </a:prstGeom>
          <a:noFill/>
        </p:spPr>
        <p:txBody>
          <a:bodyPr wrap="square" rtlCol="0">
            <a:spAutoFit/>
          </a:bodyPr>
          <a:lstStyle/>
          <a:p>
            <a:r>
              <a:rPr lang="en-IN" dirty="0">
                <a:solidFill>
                  <a:schemeClr val="tx1">
                    <a:lumMod val="65000"/>
                    <a:lumOff val="35000"/>
                  </a:schemeClr>
                </a:solidFill>
              </a:rPr>
              <a:t>JDK 8 or higher</a:t>
            </a:r>
          </a:p>
        </p:txBody>
      </p:sp>
      <p:sp>
        <p:nvSpPr>
          <p:cNvPr id="43" name="TextBox 42">
            <a:extLst>
              <a:ext uri="{FF2B5EF4-FFF2-40B4-BE49-F238E27FC236}">
                <a16:creationId xmlns:a16="http://schemas.microsoft.com/office/drawing/2014/main" id="{AA2BAF8E-E508-B6BC-B46A-7D852B3A4CD9}"/>
              </a:ext>
            </a:extLst>
          </p:cNvPr>
          <p:cNvSpPr txBox="1"/>
          <p:nvPr/>
        </p:nvSpPr>
        <p:spPr>
          <a:xfrm>
            <a:off x="7814895" y="4539899"/>
            <a:ext cx="2274275" cy="646331"/>
          </a:xfrm>
          <a:prstGeom prst="rect">
            <a:avLst/>
          </a:prstGeom>
          <a:noFill/>
        </p:spPr>
        <p:txBody>
          <a:bodyPr wrap="square" rtlCol="0">
            <a:spAutoFit/>
          </a:bodyPr>
          <a:lstStyle/>
          <a:p>
            <a:r>
              <a:rPr lang="en-IN" dirty="0">
                <a:solidFill>
                  <a:schemeClr val="tx1">
                    <a:lumMod val="65000"/>
                    <a:lumOff val="35000"/>
                  </a:schemeClr>
                </a:solidFill>
              </a:rPr>
              <a:t>Google Chrome or Mozilla Firefox</a:t>
            </a:r>
          </a:p>
        </p:txBody>
      </p:sp>
      <p:sp>
        <p:nvSpPr>
          <p:cNvPr id="50" name="TextBox 49">
            <a:extLst>
              <a:ext uri="{FF2B5EF4-FFF2-40B4-BE49-F238E27FC236}">
                <a16:creationId xmlns:a16="http://schemas.microsoft.com/office/drawing/2014/main" id="{48414FD8-F4DD-6BA5-F3E5-C79DB292AD6E}"/>
              </a:ext>
            </a:extLst>
          </p:cNvPr>
          <p:cNvSpPr txBox="1"/>
          <p:nvPr/>
        </p:nvSpPr>
        <p:spPr>
          <a:xfrm>
            <a:off x="178803" y="220914"/>
            <a:ext cx="4232031" cy="1077218"/>
          </a:xfrm>
          <a:prstGeom prst="rect">
            <a:avLst/>
          </a:prstGeom>
          <a:noFill/>
        </p:spPr>
        <p:txBody>
          <a:bodyPr wrap="square" rtlCol="0">
            <a:spAutoFit/>
          </a:bodyPr>
          <a:lstStyle/>
          <a:p>
            <a:r>
              <a:rPr lang="en-IN" sz="3200" b="1" dirty="0">
                <a:solidFill>
                  <a:schemeClr val="bg1"/>
                </a:solidFill>
                <a:latin typeface="Britannic Bold" panose="020B0903060703020204" pitchFamily="34" charset="0"/>
                <a:cs typeface="Times New Roman" panose="02020603050405020304" pitchFamily="18" charset="0"/>
              </a:rPr>
              <a:t>SOFTWARE </a:t>
            </a:r>
          </a:p>
          <a:p>
            <a:r>
              <a:rPr lang="en-IN" sz="3200" b="1" dirty="0">
                <a:solidFill>
                  <a:schemeClr val="bg1"/>
                </a:solidFill>
                <a:latin typeface="Britannic Bold" panose="020B0903060703020204" pitchFamily="34" charset="0"/>
                <a:cs typeface="Times New Roman" panose="02020603050405020304" pitchFamily="18" charset="0"/>
              </a:rPr>
              <a:t>REQUIREMENTS</a:t>
            </a:r>
          </a:p>
        </p:txBody>
      </p:sp>
    </p:spTree>
    <p:extLst>
      <p:ext uri="{BB962C8B-B14F-4D97-AF65-F5344CB8AC3E}">
        <p14:creationId xmlns:p14="http://schemas.microsoft.com/office/powerpoint/2010/main" val="42325366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E651548-7B6F-6AB4-06C7-94B2B7CD480E}"/>
              </a:ext>
            </a:extLst>
          </p:cNvPr>
          <p:cNvSpPr/>
          <p:nvPr/>
        </p:nvSpPr>
        <p:spPr>
          <a:xfrm>
            <a:off x="0" y="0"/>
            <a:ext cx="12192000" cy="6858000"/>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Goudy Stout" panose="0202090407030B020401" pitchFamily="18" charset="0"/>
            </a:endParaRPr>
          </a:p>
        </p:txBody>
      </p:sp>
      <p:sp>
        <p:nvSpPr>
          <p:cNvPr id="16" name="Freeform: Shape 15">
            <a:extLst>
              <a:ext uri="{FF2B5EF4-FFF2-40B4-BE49-F238E27FC236}">
                <a16:creationId xmlns:a16="http://schemas.microsoft.com/office/drawing/2014/main" id="{9E085765-3898-31DF-87AD-9FAB7A941CE3}"/>
              </a:ext>
            </a:extLst>
          </p:cNvPr>
          <p:cNvSpPr/>
          <p:nvPr/>
        </p:nvSpPr>
        <p:spPr>
          <a:xfrm>
            <a:off x="4504704" y="2151891"/>
            <a:ext cx="2012180" cy="1449701"/>
          </a:xfrm>
          <a:custGeom>
            <a:avLst/>
            <a:gdLst>
              <a:gd name="csX0" fmla="*/ 2172600 w 3015560"/>
              <a:gd name="csY0" fmla="*/ 0 h 2172600"/>
              <a:gd name="csX1" fmla="*/ 3015142 w 3015560"/>
              <a:gd name="csY1" fmla="*/ 1326926 h 2172600"/>
              <a:gd name="csX2" fmla="*/ 3015560 w 3015560"/>
              <a:gd name="csY2" fmla="*/ 1329640 h 2172600"/>
              <a:gd name="csX3" fmla="*/ 2818665 w 3015560"/>
              <a:gd name="csY3" fmla="*/ 1299310 h 2172600"/>
              <a:gd name="csX4" fmla="*/ 2172600 w 3015560"/>
              <a:gd name="csY4" fmla="*/ 1258200 h 2172600"/>
              <a:gd name="csX5" fmla="*/ 1526535 w 3015560"/>
              <a:gd name="csY5" fmla="*/ 1299310 h 2172600"/>
              <a:gd name="csX6" fmla="*/ 1329640 w 3015560"/>
              <a:gd name="csY6" fmla="*/ 1329640 h 2172600"/>
              <a:gd name="csX7" fmla="*/ 1326926 w 3015560"/>
              <a:gd name="csY7" fmla="*/ 1330058 h 2172600"/>
              <a:gd name="csX8" fmla="*/ 0 w 3015560"/>
              <a:gd name="csY8" fmla="*/ 2172600 h 2172600"/>
              <a:gd name="csX9" fmla="*/ 2172600 w 3015560"/>
              <a:gd name="csY9" fmla="*/ 0 h 217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15560" h="2172600">
                <a:moveTo>
                  <a:pt x="2172600" y="0"/>
                </a:moveTo>
                <a:cubicBezTo>
                  <a:pt x="2551357" y="0"/>
                  <a:pt x="2876329" y="547147"/>
                  <a:pt x="3015142" y="1326926"/>
                </a:cubicBezTo>
                <a:lnTo>
                  <a:pt x="3015560" y="1329640"/>
                </a:lnTo>
                <a:lnTo>
                  <a:pt x="2818665" y="1299310"/>
                </a:lnTo>
                <a:cubicBezTo>
                  <a:pt x="2614573" y="1272593"/>
                  <a:pt x="2397580" y="1258200"/>
                  <a:pt x="2172600" y="1258200"/>
                </a:cubicBezTo>
                <a:cubicBezTo>
                  <a:pt x="1947620" y="1258200"/>
                  <a:pt x="1730627" y="1272593"/>
                  <a:pt x="1526535" y="1299310"/>
                </a:cubicBezTo>
                <a:lnTo>
                  <a:pt x="1329640" y="1329640"/>
                </a:lnTo>
                <a:lnTo>
                  <a:pt x="1326926" y="1330058"/>
                </a:lnTo>
                <a:cubicBezTo>
                  <a:pt x="547147" y="1468872"/>
                  <a:pt x="0" y="1793843"/>
                  <a:pt x="0" y="2172600"/>
                </a:cubicBezTo>
                <a:cubicBezTo>
                  <a:pt x="0" y="972706"/>
                  <a:pt x="972706" y="0"/>
                  <a:pt x="2172600" y="0"/>
                </a:cubicBezTo>
                <a:close/>
              </a:path>
            </a:pathLst>
          </a:custGeom>
          <a:solidFill>
            <a:srgbClr val="FF9801"/>
          </a:solidFill>
          <a:effectLst>
            <a:innerShdw blurRad="635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7" name="Freeform: Shape 16">
            <a:extLst>
              <a:ext uri="{FF2B5EF4-FFF2-40B4-BE49-F238E27FC236}">
                <a16:creationId xmlns:a16="http://schemas.microsoft.com/office/drawing/2014/main" id="{9BAD4D1B-EC3B-B33D-32F3-FFDA5A2D0FCE}"/>
              </a:ext>
            </a:extLst>
          </p:cNvPr>
          <p:cNvSpPr/>
          <p:nvPr/>
        </p:nvSpPr>
        <p:spPr>
          <a:xfrm>
            <a:off x="4492581" y="3039114"/>
            <a:ext cx="1449701" cy="2012179"/>
          </a:xfrm>
          <a:custGeom>
            <a:avLst/>
            <a:gdLst>
              <a:gd name="csX0" fmla="*/ 1329640 w 2172600"/>
              <a:gd name="csY0" fmla="*/ 0 h 3015560"/>
              <a:gd name="csX1" fmla="*/ 1299310 w 2172600"/>
              <a:gd name="csY1" fmla="*/ 196895 h 3015560"/>
              <a:gd name="csX2" fmla="*/ 1258200 w 2172600"/>
              <a:gd name="csY2" fmla="*/ 842960 h 3015560"/>
              <a:gd name="csX3" fmla="*/ 1299310 w 2172600"/>
              <a:gd name="csY3" fmla="*/ 1489025 h 3015560"/>
              <a:gd name="csX4" fmla="*/ 1329640 w 2172600"/>
              <a:gd name="csY4" fmla="*/ 1685920 h 3015560"/>
              <a:gd name="csX5" fmla="*/ 1330058 w 2172600"/>
              <a:gd name="csY5" fmla="*/ 1688634 h 3015560"/>
              <a:gd name="csX6" fmla="*/ 2172600 w 2172600"/>
              <a:gd name="csY6" fmla="*/ 3015560 h 3015560"/>
              <a:gd name="csX7" fmla="*/ 0 w 2172600"/>
              <a:gd name="csY7" fmla="*/ 842960 h 3015560"/>
              <a:gd name="csX8" fmla="*/ 1326926 w 2172600"/>
              <a:gd name="csY8" fmla="*/ 418 h 3015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72600" h="3015560">
                <a:moveTo>
                  <a:pt x="1329640" y="0"/>
                </a:moveTo>
                <a:lnTo>
                  <a:pt x="1299310" y="196895"/>
                </a:lnTo>
                <a:cubicBezTo>
                  <a:pt x="1272593" y="400987"/>
                  <a:pt x="1258200" y="617980"/>
                  <a:pt x="1258200" y="842960"/>
                </a:cubicBezTo>
                <a:cubicBezTo>
                  <a:pt x="1258200" y="1067940"/>
                  <a:pt x="1272593" y="1284933"/>
                  <a:pt x="1299310" y="1489025"/>
                </a:cubicBezTo>
                <a:lnTo>
                  <a:pt x="1329640" y="1685920"/>
                </a:lnTo>
                <a:lnTo>
                  <a:pt x="1330058" y="1688634"/>
                </a:lnTo>
                <a:cubicBezTo>
                  <a:pt x="1468872" y="2468413"/>
                  <a:pt x="1793843" y="3015560"/>
                  <a:pt x="2172600" y="3015560"/>
                </a:cubicBezTo>
                <a:cubicBezTo>
                  <a:pt x="972706" y="3015560"/>
                  <a:pt x="0" y="2042854"/>
                  <a:pt x="0" y="842960"/>
                </a:cubicBezTo>
                <a:cubicBezTo>
                  <a:pt x="0" y="464203"/>
                  <a:pt x="547147" y="139232"/>
                  <a:pt x="1326926" y="418"/>
                </a:cubicBezTo>
                <a:close/>
              </a:path>
            </a:pathLst>
          </a:custGeom>
          <a:solidFill>
            <a:srgbClr val="92D050"/>
          </a:solidFill>
          <a:effectLst>
            <a:innerShdw blurRad="635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9" name="Freeform: Shape 18">
            <a:extLst>
              <a:ext uri="{FF2B5EF4-FFF2-40B4-BE49-F238E27FC236}">
                <a16:creationId xmlns:a16="http://schemas.microsoft.com/office/drawing/2014/main" id="{28ECB9AC-F41B-3DF4-2143-2CD3551FE5AE}"/>
              </a:ext>
            </a:extLst>
          </p:cNvPr>
          <p:cNvSpPr/>
          <p:nvPr/>
        </p:nvSpPr>
        <p:spPr>
          <a:xfrm>
            <a:off x="5954405" y="2162306"/>
            <a:ext cx="1449701" cy="2012179"/>
          </a:xfrm>
          <a:custGeom>
            <a:avLst/>
            <a:gdLst>
              <a:gd name="csX0" fmla="*/ 0 w 2172600"/>
              <a:gd name="csY0" fmla="*/ 0 h 3015560"/>
              <a:gd name="csX1" fmla="*/ 2172600 w 2172600"/>
              <a:gd name="csY1" fmla="*/ 2172600 h 3015560"/>
              <a:gd name="csX2" fmla="*/ 845674 w 2172600"/>
              <a:gd name="csY2" fmla="*/ 3015142 h 3015560"/>
              <a:gd name="csX3" fmla="*/ 842960 w 2172600"/>
              <a:gd name="csY3" fmla="*/ 3015560 h 3015560"/>
              <a:gd name="csX4" fmla="*/ 873290 w 2172600"/>
              <a:gd name="csY4" fmla="*/ 2818665 h 3015560"/>
              <a:gd name="csX5" fmla="*/ 914400 w 2172600"/>
              <a:gd name="csY5" fmla="*/ 2172600 h 3015560"/>
              <a:gd name="csX6" fmla="*/ 873290 w 2172600"/>
              <a:gd name="csY6" fmla="*/ 1526535 h 3015560"/>
              <a:gd name="csX7" fmla="*/ 842960 w 2172600"/>
              <a:gd name="csY7" fmla="*/ 1329640 h 3015560"/>
              <a:gd name="csX8" fmla="*/ 842542 w 2172600"/>
              <a:gd name="csY8" fmla="*/ 1326926 h 3015560"/>
              <a:gd name="csX9" fmla="*/ 0 w 2172600"/>
              <a:gd name="csY9" fmla="*/ 0 h 3015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2600" h="3015560">
                <a:moveTo>
                  <a:pt x="0" y="0"/>
                </a:moveTo>
                <a:cubicBezTo>
                  <a:pt x="1199894" y="0"/>
                  <a:pt x="2172600" y="972706"/>
                  <a:pt x="2172600" y="2172600"/>
                </a:cubicBezTo>
                <a:cubicBezTo>
                  <a:pt x="2172600" y="2551357"/>
                  <a:pt x="1625453" y="2876329"/>
                  <a:pt x="845674" y="3015142"/>
                </a:cubicBezTo>
                <a:lnTo>
                  <a:pt x="842960" y="3015560"/>
                </a:lnTo>
                <a:lnTo>
                  <a:pt x="873290" y="2818665"/>
                </a:lnTo>
                <a:cubicBezTo>
                  <a:pt x="900008" y="2614573"/>
                  <a:pt x="914400" y="2397580"/>
                  <a:pt x="914400" y="2172600"/>
                </a:cubicBezTo>
                <a:cubicBezTo>
                  <a:pt x="914400" y="1947620"/>
                  <a:pt x="900008" y="1730627"/>
                  <a:pt x="873290" y="1526535"/>
                </a:cubicBezTo>
                <a:lnTo>
                  <a:pt x="842960" y="1329640"/>
                </a:lnTo>
                <a:lnTo>
                  <a:pt x="842542" y="1326926"/>
                </a:lnTo>
                <a:cubicBezTo>
                  <a:pt x="703729" y="547147"/>
                  <a:pt x="378757" y="0"/>
                  <a:pt x="0" y="0"/>
                </a:cubicBezTo>
                <a:close/>
              </a:path>
            </a:pathLst>
          </a:custGeom>
          <a:solidFill>
            <a:srgbClr val="92D050"/>
          </a:solidFill>
          <a:effectLst>
            <a:innerShdw blurRad="635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8" name="Freeform: Shape 17">
            <a:extLst>
              <a:ext uri="{FF2B5EF4-FFF2-40B4-BE49-F238E27FC236}">
                <a16:creationId xmlns:a16="http://schemas.microsoft.com/office/drawing/2014/main" id="{BC104535-892D-6656-5EF0-4E2F80C404BA}"/>
              </a:ext>
            </a:extLst>
          </p:cNvPr>
          <p:cNvSpPr/>
          <p:nvPr/>
        </p:nvSpPr>
        <p:spPr>
          <a:xfrm>
            <a:off x="5391926" y="3601592"/>
            <a:ext cx="2012180" cy="1449701"/>
          </a:xfrm>
          <a:custGeom>
            <a:avLst/>
            <a:gdLst>
              <a:gd name="csX0" fmla="*/ 3015560 w 3015560"/>
              <a:gd name="csY0" fmla="*/ 0 h 2172600"/>
              <a:gd name="csX1" fmla="*/ 842960 w 3015560"/>
              <a:gd name="csY1" fmla="*/ 2172600 h 2172600"/>
              <a:gd name="csX2" fmla="*/ 418 w 3015560"/>
              <a:gd name="csY2" fmla="*/ 845674 h 2172600"/>
              <a:gd name="csX3" fmla="*/ 0 w 3015560"/>
              <a:gd name="csY3" fmla="*/ 842960 h 2172600"/>
              <a:gd name="csX4" fmla="*/ 196895 w 3015560"/>
              <a:gd name="csY4" fmla="*/ 873290 h 2172600"/>
              <a:gd name="csX5" fmla="*/ 842960 w 3015560"/>
              <a:gd name="csY5" fmla="*/ 914400 h 2172600"/>
              <a:gd name="csX6" fmla="*/ 1489025 w 3015560"/>
              <a:gd name="csY6" fmla="*/ 873290 h 2172600"/>
              <a:gd name="csX7" fmla="*/ 1685920 w 3015560"/>
              <a:gd name="csY7" fmla="*/ 842960 h 2172600"/>
              <a:gd name="csX8" fmla="*/ 1688634 w 3015560"/>
              <a:gd name="csY8" fmla="*/ 842542 h 2172600"/>
              <a:gd name="csX9" fmla="*/ 3015560 w 3015560"/>
              <a:gd name="csY9" fmla="*/ 0 h 217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15560" h="2172600">
                <a:moveTo>
                  <a:pt x="3015560" y="0"/>
                </a:moveTo>
                <a:cubicBezTo>
                  <a:pt x="3015560" y="1199894"/>
                  <a:pt x="2042854" y="2172600"/>
                  <a:pt x="842960" y="2172600"/>
                </a:cubicBezTo>
                <a:cubicBezTo>
                  <a:pt x="464203" y="2172600"/>
                  <a:pt x="139232" y="1625453"/>
                  <a:pt x="418" y="845674"/>
                </a:cubicBezTo>
                <a:lnTo>
                  <a:pt x="0" y="842960"/>
                </a:lnTo>
                <a:lnTo>
                  <a:pt x="196895" y="873290"/>
                </a:lnTo>
                <a:cubicBezTo>
                  <a:pt x="400987" y="900008"/>
                  <a:pt x="617980" y="914400"/>
                  <a:pt x="842960" y="914400"/>
                </a:cubicBezTo>
                <a:cubicBezTo>
                  <a:pt x="1067940" y="914400"/>
                  <a:pt x="1284933" y="900008"/>
                  <a:pt x="1489025" y="873290"/>
                </a:cubicBezTo>
                <a:lnTo>
                  <a:pt x="1685920" y="842960"/>
                </a:lnTo>
                <a:lnTo>
                  <a:pt x="1688634" y="842542"/>
                </a:lnTo>
                <a:cubicBezTo>
                  <a:pt x="2468413" y="703729"/>
                  <a:pt x="3015560" y="378757"/>
                  <a:pt x="3015560" y="0"/>
                </a:cubicBezTo>
                <a:close/>
              </a:path>
            </a:pathLst>
          </a:custGeom>
          <a:solidFill>
            <a:srgbClr val="FF9801"/>
          </a:solidFill>
          <a:effectLst>
            <a:innerShdw blurRad="635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 name="TextBox 1">
            <a:extLst>
              <a:ext uri="{FF2B5EF4-FFF2-40B4-BE49-F238E27FC236}">
                <a16:creationId xmlns:a16="http://schemas.microsoft.com/office/drawing/2014/main" id="{3F28AD02-D276-5C33-E6B6-785299E82748}"/>
              </a:ext>
            </a:extLst>
          </p:cNvPr>
          <p:cNvSpPr txBox="1"/>
          <p:nvPr/>
        </p:nvSpPr>
        <p:spPr>
          <a:xfrm>
            <a:off x="178803" y="220914"/>
            <a:ext cx="4232031" cy="584775"/>
          </a:xfrm>
          <a:prstGeom prst="rect">
            <a:avLst/>
          </a:prstGeom>
          <a:noFill/>
        </p:spPr>
        <p:txBody>
          <a:bodyPr wrap="square" rtlCol="0">
            <a:spAutoFit/>
          </a:bodyPr>
          <a:lstStyle/>
          <a:p>
            <a:r>
              <a:rPr lang="en-IN" sz="3200" b="1" dirty="0">
                <a:solidFill>
                  <a:schemeClr val="bg1"/>
                </a:solidFill>
                <a:latin typeface="Britannic Bold" panose="020B0903060703020204" pitchFamily="34" charset="0"/>
                <a:cs typeface="Times New Roman" panose="02020603050405020304" pitchFamily="18" charset="0"/>
              </a:rPr>
              <a:t>ADVANTAGES</a:t>
            </a:r>
          </a:p>
        </p:txBody>
      </p:sp>
      <p:pic>
        <p:nvPicPr>
          <p:cNvPr id="5" name="Content Placeholder 4">
            <a:extLst>
              <a:ext uri="{FF2B5EF4-FFF2-40B4-BE49-F238E27FC236}">
                <a16:creationId xmlns:a16="http://schemas.microsoft.com/office/drawing/2014/main" id="{4EF1F22A-B26A-8C03-3FC8-2AFD4883E81C}"/>
              </a:ext>
            </a:extLst>
          </p:cNvPr>
          <p:cNvPicPr>
            <a:picLocks noChangeAspect="1"/>
          </p:cNvPicPr>
          <p:nvPr/>
        </p:nvPicPr>
        <p:blipFill>
          <a:blip r:embed="rId2"/>
          <a:stretch>
            <a:fillRect/>
          </a:stretch>
        </p:blipFill>
        <p:spPr>
          <a:xfrm>
            <a:off x="2377276" y="1099298"/>
            <a:ext cx="1784920" cy="1163719"/>
          </a:xfrm>
          <a:prstGeom prst="rect">
            <a:avLst/>
          </a:prstGeom>
        </p:spPr>
      </p:pic>
      <p:sp>
        <p:nvSpPr>
          <p:cNvPr id="6" name="TextBox 5">
            <a:extLst>
              <a:ext uri="{FF2B5EF4-FFF2-40B4-BE49-F238E27FC236}">
                <a16:creationId xmlns:a16="http://schemas.microsoft.com/office/drawing/2014/main" id="{CBD72BF7-028F-C855-6621-C15EC98C6233}"/>
              </a:ext>
            </a:extLst>
          </p:cNvPr>
          <p:cNvSpPr txBox="1"/>
          <p:nvPr/>
        </p:nvSpPr>
        <p:spPr>
          <a:xfrm>
            <a:off x="602638" y="2351039"/>
            <a:ext cx="3889943" cy="1200329"/>
          </a:xfrm>
          <a:prstGeom prst="rect">
            <a:avLst/>
          </a:prstGeom>
          <a:noFill/>
        </p:spPr>
        <p:txBody>
          <a:bodyPr wrap="square" rtlCol="0">
            <a:spAutoFit/>
          </a:bodyPr>
          <a:lstStyle/>
          <a:p>
            <a:pPr algn="just"/>
            <a:r>
              <a:rPr lang="en-US" dirty="0">
                <a:solidFill>
                  <a:schemeClr val="accent2"/>
                </a:solidFill>
                <a:latin typeface="Times New Roman" panose="02020603050405020304" pitchFamily="18" charset="0"/>
                <a:cs typeface="Times New Roman" panose="02020603050405020304" pitchFamily="18" charset="0"/>
              </a:rPr>
              <a:t>The system explains Java program logic in simple English, helping students clearly understand how the code works instead of focusing only on output.</a:t>
            </a:r>
            <a:endParaRPr lang="en-IN" dirty="0">
              <a:solidFill>
                <a:schemeClr val="accent2"/>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4867009-9F08-E81D-3799-68242325A476}"/>
              </a:ext>
            </a:extLst>
          </p:cNvPr>
          <p:cNvPicPr>
            <a:picLocks noChangeAspect="1"/>
          </p:cNvPicPr>
          <p:nvPr/>
        </p:nvPicPr>
        <p:blipFill>
          <a:blip r:embed="rId3"/>
          <a:stretch>
            <a:fillRect/>
          </a:stretch>
        </p:blipFill>
        <p:spPr>
          <a:xfrm>
            <a:off x="1048893" y="3844787"/>
            <a:ext cx="2012180" cy="1251931"/>
          </a:xfrm>
          <a:prstGeom prst="rect">
            <a:avLst/>
          </a:prstGeom>
        </p:spPr>
      </p:pic>
      <p:sp>
        <p:nvSpPr>
          <p:cNvPr id="8" name="TextBox 7">
            <a:extLst>
              <a:ext uri="{FF2B5EF4-FFF2-40B4-BE49-F238E27FC236}">
                <a16:creationId xmlns:a16="http://schemas.microsoft.com/office/drawing/2014/main" id="{017CF2BF-D05F-6EED-A7A8-5D454A74E1D4}"/>
              </a:ext>
            </a:extLst>
          </p:cNvPr>
          <p:cNvSpPr txBox="1"/>
          <p:nvPr/>
        </p:nvSpPr>
        <p:spPr>
          <a:xfrm>
            <a:off x="1501983" y="5204216"/>
            <a:ext cx="3889943" cy="1200329"/>
          </a:xfrm>
          <a:prstGeom prst="rect">
            <a:avLst/>
          </a:prstGeom>
          <a:noFill/>
        </p:spPr>
        <p:txBody>
          <a:bodyPr wrap="square" rtlCol="0">
            <a:spAutoFit/>
          </a:bodyPr>
          <a:lstStyle/>
          <a:p>
            <a:pPr algn="just"/>
            <a:r>
              <a:rPr lang="en-US" dirty="0" err="1">
                <a:solidFill>
                  <a:schemeClr val="accent6"/>
                </a:solidFill>
                <a:latin typeface="Times New Roman" panose="02020603050405020304" pitchFamily="18" charset="0"/>
                <a:cs typeface="Times New Roman" panose="02020603050405020304" pitchFamily="18" charset="0"/>
              </a:rPr>
              <a:t>CodeSense</a:t>
            </a:r>
            <a:r>
              <a:rPr lang="en-US" dirty="0">
                <a:solidFill>
                  <a:schemeClr val="accent6"/>
                </a:solidFill>
                <a:latin typeface="Times New Roman" panose="02020603050405020304" pitchFamily="18" charset="0"/>
                <a:cs typeface="Times New Roman" panose="02020603050405020304" pitchFamily="18" charset="0"/>
              </a:rPr>
              <a:t> analyzes time and space complexity and highlights inefficient code patterns, helping students learn optimization techniques.</a:t>
            </a:r>
            <a:endParaRPr lang="en-IN" dirty="0">
              <a:solidFill>
                <a:schemeClr val="accent6"/>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54264CB-4CA6-42FB-F2C0-A0257F473A90}"/>
              </a:ext>
            </a:extLst>
          </p:cNvPr>
          <p:cNvSpPr txBox="1"/>
          <p:nvPr/>
        </p:nvSpPr>
        <p:spPr>
          <a:xfrm>
            <a:off x="7480724" y="5481215"/>
            <a:ext cx="4447115" cy="923330"/>
          </a:xfrm>
          <a:prstGeom prst="rect">
            <a:avLst/>
          </a:prstGeom>
          <a:noFill/>
        </p:spPr>
        <p:txBody>
          <a:bodyPr wrap="square" rtlCol="0">
            <a:spAutoFit/>
          </a:bodyPr>
          <a:lstStyle/>
          <a:p>
            <a:pPr algn="just"/>
            <a:r>
              <a:rPr lang="en-US" dirty="0">
                <a:solidFill>
                  <a:schemeClr val="accent2"/>
                </a:solidFill>
                <a:latin typeface="Times New Roman" panose="02020603050405020304" pitchFamily="18" charset="0"/>
                <a:cs typeface="Times New Roman" panose="02020603050405020304" pitchFamily="18" charset="0"/>
              </a:rPr>
              <a:t>The platform combines code explanation, compilation, debugging, and optimization suggestions in a single web-based interface.</a:t>
            </a:r>
            <a:endParaRPr lang="en-IN" dirty="0">
              <a:solidFill>
                <a:schemeClr val="accent2"/>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15391F0F-E997-35F6-A0E5-A3BD974CE818}"/>
              </a:ext>
            </a:extLst>
          </p:cNvPr>
          <p:cNvPicPr>
            <a:picLocks noChangeAspect="1"/>
          </p:cNvPicPr>
          <p:nvPr/>
        </p:nvPicPr>
        <p:blipFill>
          <a:blip r:embed="rId4"/>
          <a:srcRect l="-2525" r="2525" b="14530"/>
          <a:stretch>
            <a:fillRect/>
          </a:stretch>
        </p:blipFill>
        <p:spPr>
          <a:xfrm>
            <a:off x="8029806" y="4264786"/>
            <a:ext cx="2012180" cy="1251930"/>
          </a:xfrm>
          <a:prstGeom prst="rect">
            <a:avLst/>
          </a:prstGeom>
        </p:spPr>
      </p:pic>
      <p:pic>
        <p:nvPicPr>
          <p:cNvPr id="11" name="Picture 10">
            <a:extLst>
              <a:ext uri="{FF2B5EF4-FFF2-40B4-BE49-F238E27FC236}">
                <a16:creationId xmlns:a16="http://schemas.microsoft.com/office/drawing/2014/main" id="{6D4F7A9D-E384-90FF-D5E5-A421E6707CAB}"/>
              </a:ext>
            </a:extLst>
          </p:cNvPr>
          <p:cNvPicPr>
            <a:picLocks noChangeAspect="1"/>
          </p:cNvPicPr>
          <p:nvPr/>
        </p:nvPicPr>
        <p:blipFill>
          <a:blip r:embed="rId5"/>
          <a:stretch>
            <a:fillRect/>
          </a:stretch>
        </p:blipFill>
        <p:spPr>
          <a:xfrm>
            <a:off x="8139362" y="1118975"/>
            <a:ext cx="2221798" cy="1386366"/>
          </a:xfrm>
          <a:prstGeom prst="rect">
            <a:avLst/>
          </a:prstGeom>
        </p:spPr>
      </p:pic>
      <p:sp>
        <p:nvSpPr>
          <p:cNvPr id="12" name="TextBox 11">
            <a:extLst>
              <a:ext uri="{FF2B5EF4-FFF2-40B4-BE49-F238E27FC236}">
                <a16:creationId xmlns:a16="http://schemas.microsoft.com/office/drawing/2014/main" id="{8875AED1-8CE9-F985-91D4-738336A3059B}"/>
              </a:ext>
            </a:extLst>
          </p:cNvPr>
          <p:cNvSpPr txBox="1"/>
          <p:nvPr/>
        </p:nvSpPr>
        <p:spPr>
          <a:xfrm>
            <a:off x="7660949" y="2568230"/>
            <a:ext cx="4447115" cy="1200329"/>
          </a:xfrm>
          <a:prstGeom prst="rect">
            <a:avLst/>
          </a:prstGeom>
          <a:noFill/>
        </p:spPr>
        <p:txBody>
          <a:bodyPr wrap="square" rtlCol="0">
            <a:spAutoFit/>
          </a:bodyPr>
          <a:lstStyle/>
          <a:p>
            <a:pPr algn="just"/>
            <a:r>
              <a:rPr lang="en-US" dirty="0">
                <a:solidFill>
                  <a:schemeClr val="accent6"/>
                </a:solidFill>
                <a:latin typeface="Times New Roman" panose="02020603050405020304" pitchFamily="18" charset="0"/>
                <a:cs typeface="Times New Roman" panose="02020603050405020304" pitchFamily="18" charset="0"/>
              </a:rPr>
              <a:t>The project is designed for academic use, helping students explain logic, complexity, and improvements confidently during exams and viva sessions.</a:t>
            </a:r>
            <a:endParaRPr lang="en-IN" dirty="0">
              <a:solidFill>
                <a:schemeClr val="accent6"/>
              </a:solidFill>
              <a:latin typeface="Times New Roman" panose="02020603050405020304" pitchFamily="18" charset="0"/>
              <a:cs typeface="Times New Roman" panose="02020603050405020304" pitchFamily="18" charset="0"/>
            </a:endParaRPr>
          </a:p>
        </p:txBody>
      </p:sp>
      <p:cxnSp>
        <p:nvCxnSpPr>
          <p:cNvPr id="27" name="Connector: Curved 26">
            <a:extLst>
              <a:ext uri="{FF2B5EF4-FFF2-40B4-BE49-F238E27FC236}">
                <a16:creationId xmlns:a16="http://schemas.microsoft.com/office/drawing/2014/main" id="{70D92089-E929-A5E2-4D4F-819BBF0C3E85}"/>
              </a:ext>
            </a:extLst>
          </p:cNvPr>
          <p:cNvCxnSpPr>
            <a:cxnSpLocks/>
          </p:cNvCxnSpPr>
          <p:nvPr/>
        </p:nvCxnSpPr>
        <p:spPr>
          <a:xfrm rot="10800000" flipV="1">
            <a:off x="3140009" y="3887422"/>
            <a:ext cx="1352917" cy="786177"/>
          </a:xfrm>
          <a:prstGeom prst="curvedConnector3">
            <a:avLst>
              <a:gd name="adj1" fmla="val 50751"/>
            </a:avLst>
          </a:prstGeom>
          <a:ln>
            <a:solidFill>
              <a:schemeClr val="accent6"/>
            </a:solidFill>
            <a:tailEnd type="triangle"/>
          </a:ln>
        </p:spPr>
        <p:style>
          <a:lnRef idx="2">
            <a:schemeClr val="accent2"/>
          </a:lnRef>
          <a:fillRef idx="0">
            <a:schemeClr val="accent2"/>
          </a:fillRef>
          <a:effectRef idx="1">
            <a:schemeClr val="accent2"/>
          </a:effectRef>
          <a:fontRef idx="minor">
            <a:schemeClr val="tx1"/>
          </a:fontRef>
        </p:style>
      </p:cxnSp>
      <p:cxnSp>
        <p:nvCxnSpPr>
          <p:cNvPr id="34" name="Connector: Curved 33">
            <a:extLst>
              <a:ext uri="{FF2B5EF4-FFF2-40B4-BE49-F238E27FC236}">
                <a16:creationId xmlns:a16="http://schemas.microsoft.com/office/drawing/2014/main" id="{3A4E52C2-353C-A5B2-D7CA-ADF432F00202}"/>
              </a:ext>
            </a:extLst>
          </p:cNvPr>
          <p:cNvCxnSpPr>
            <a:cxnSpLocks/>
          </p:cNvCxnSpPr>
          <p:nvPr/>
        </p:nvCxnSpPr>
        <p:spPr>
          <a:xfrm>
            <a:off x="6580105" y="4890751"/>
            <a:ext cx="1386482" cy="423497"/>
          </a:xfrm>
          <a:prstGeom prst="curvedConnector3">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7" name="Connector: Curved 36">
            <a:extLst>
              <a:ext uri="{FF2B5EF4-FFF2-40B4-BE49-F238E27FC236}">
                <a16:creationId xmlns:a16="http://schemas.microsoft.com/office/drawing/2014/main" id="{5495D21E-6558-39A1-E100-E770857F4FD9}"/>
              </a:ext>
            </a:extLst>
          </p:cNvPr>
          <p:cNvCxnSpPr>
            <a:cxnSpLocks/>
          </p:cNvCxnSpPr>
          <p:nvPr/>
        </p:nvCxnSpPr>
        <p:spPr>
          <a:xfrm flipV="1">
            <a:off x="7048273" y="1788645"/>
            <a:ext cx="1027870" cy="879087"/>
          </a:xfrm>
          <a:prstGeom prst="curvedConnector3">
            <a:avLst/>
          </a:prstGeom>
          <a:ln>
            <a:solidFill>
              <a:schemeClr val="accent6"/>
            </a:solidFill>
            <a:tailEnd type="triangle"/>
          </a:ln>
        </p:spPr>
        <p:style>
          <a:lnRef idx="2">
            <a:schemeClr val="accent2"/>
          </a:lnRef>
          <a:fillRef idx="0">
            <a:schemeClr val="accent2"/>
          </a:fillRef>
          <a:effectRef idx="1">
            <a:schemeClr val="accent2"/>
          </a:effectRef>
          <a:fontRef idx="minor">
            <a:schemeClr val="tx1"/>
          </a:fontRef>
        </p:style>
      </p:cxnSp>
      <p:cxnSp>
        <p:nvCxnSpPr>
          <p:cNvPr id="41" name="Connector: Curved 40">
            <a:extLst>
              <a:ext uri="{FF2B5EF4-FFF2-40B4-BE49-F238E27FC236}">
                <a16:creationId xmlns:a16="http://schemas.microsoft.com/office/drawing/2014/main" id="{736539D5-A6BF-E72F-A22E-F40322EC3159}"/>
              </a:ext>
            </a:extLst>
          </p:cNvPr>
          <p:cNvCxnSpPr>
            <a:cxnSpLocks/>
          </p:cNvCxnSpPr>
          <p:nvPr/>
        </p:nvCxnSpPr>
        <p:spPr>
          <a:xfrm rot="10800000">
            <a:off x="4174319" y="1589413"/>
            <a:ext cx="1043114" cy="761626"/>
          </a:xfrm>
          <a:prstGeom prst="curvedConnector3">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28678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0-#ppt_w/2"/>
                                          </p:val>
                                        </p:tav>
                                        <p:tav tm="100000">
                                          <p:val>
                                            <p:strVal val="#ppt_x"/>
                                          </p:val>
                                        </p:tav>
                                      </p:tavLst>
                                    </p:anim>
                                    <p:anim calcmode="lin" valueType="num">
                                      <p:cBhvr additive="base">
                                        <p:cTn id="14" dur="500" fill="hold"/>
                                        <p:tgtEl>
                                          <p:spTgt spid="16"/>
                                        </p:tgtEl>
                                        <p:attrNameLst>
                                          <p:attrName>ppt_y</p:attrName>
                                        </p:attrNameLst>
                                      </p:cBhvr>
                                      <p:tavLst>
                                        <p:tav tm="0">
                                          <p:val>
                                            <p:strVal val="0-#ppt_h/2"/>
                                          </p:val>
                                        </p:tav>
                                        <p:tav tm="100000">
                                          <p:val>
                                            <p:strVal val="#ppt_y"/>
                                          </p:val>
                                        </p:tav>
                                      </p:tavLst>
                                    </p:anim>
                                  </p:childTnLst>
                                </p:cTn>
                              </p:par>
                              <p:par>
                                <p:cTn id="15" presetID="2" presetClass="entr" presetSubtype="12"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0-#ppt_w/2"/>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par>
                                <p:cTn id="19" presetID="2" presetClass="entr" presetSubtype="6"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1+#ppt_w/2"/>
                                          </p:val>
                                        </p:tav>
                                        <p:tav tm="100000">
                                          <p:val>
                                            <p:strVal val="#ppt_x"/>
                                          </p:val>
                                        </p:tav>
                                      </p:tavLst>
                                    </p:anim>
                                    <p:anim calcmode="lin" valueType="num">
                                      <p:cBhvr additive="base">
                                        <p:cTn id="22" dur="500" fill="hold"/>
                                        <p:tgtEl>
                                          <p:spTgt spid="18"/>
                                        </p:tgtEl>
                                        <p:attrNameLst>
                                          <p:attrName>ppt_y</p:attrName>
                                        </p:attrNameLst>
                                      </p:cBhvr>
                                      <p:tavLst>
                                        <p:tav tm="0">
                                          <p:val>
                                            <p:strVal val="1+#ppt_h/2"/>
                                          </p:val>
                                        </p:tav>
                                        <p:tav tm="100000">
                                          <p:val>
                                            <p:strVal val="#ppt_y"/>
                                          </p:val>
                                        </p:tav>
                                      </p:tavLst>
                                    </p:anim>
                                  </p:childTnLst>
                                </p:cTn>
                              </p:par>
                              <p:par>
                                <p:cTn id="23" presetID="2" presetClass="entr" presetSubtype="3"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1+#ppt_w/2"/>
                                          </p:val>
                                        </p:tav>
                                        <p:tav tm="100000">
                                          <p:val>
                                            <p:strVal val="#ppt_x"/>
                                          </p:val>
                                        </p:tav>
                                      </p:tavLst>
                                    </p:anim>
                                    <p:anim calcmode="lin" valueType="num">
                                      <p:cBhvr additive="base">
                                        <p:cTn id="26" dur="500" fill="hold"/>
                                        <p:tgtEl>
                                          <p:spTgt spid="19"/>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par>
                                <p:cTn id="32" presetID="10" presetClass="entr" presetSubtype="0" fill="hold"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par>
                                <p:cTn id="43" presetID="10"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par>
                                <p:cTn id="54" presetID="10" presetClass="entr" presetSubtype="0" fill="hold"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500"/>
                                        <p:tgtEl>
                                          <p:spTgt spid="3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fade">
                                      <p:cBhvr>
                                        <p:cTn id="59" dur="500"/>
                                        <p:tgtEl>
                                          <p:spTgt spid="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500"/>
                                        <p:tgtEl>
                                          <p:spTgt spid="11"/>
                                        </p:tgtEl>
                                      </p:cBhvr>
                                    </p:animEffect>
                                  </p:childTnLst>
                                </p:cTn>
                              </p:par>
                              <p:par>
                                <p:cTn id="65" presetID="10" presetClass="entr" presetSubtype="0" fill="hold" nodeType="with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500"/>
                                        <p:tgtEl>
                                          <p:spTgt spid="3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9" grpId="0" animBg="1"/>
      <p:bldP spid="18" grpId="0" animBg="1"/>
      <p:bldP spid="2" grpId="0"/>
      <p:bldP spid="6" grpId="0"/>
      <p:bldP spid="8" grpId="0"/>
      <p:bldP spid="9" grpId="0"/>
      <p:bldP spid="1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696</TotalTime>
  <Words>580</Words>
  <Application>Microsoft Office PowerPoint</Application>
  <PresentationFormat>Widescreen</PresentationFormat>
  <Paragraphs>104</Paragraphs>
  <Slides>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Arial</vt:lpstr>
      <vt:lpstr>Arial Black</vt:lpstr>
      <vt:lpstr>Britannic Bold</vt:lpstr>
      <vt:lpstr>Calibri</vt:lpstr>
      <vt:lpstr>Calibri Light</vt:lpstr>
      <vt:lpstr>Goudy Stout</vt:lpstr>
      <vt:lpstr>Lucida Bright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gayatri</dc:creator>
  <cp:lastModifiedBy>Sai gayatri</cp:lastModifiedBy>
  <cp:revision>1</cp:revision>
  <dcterms:created xsi:type="dcterms:W3CDTF">2026-02-01T08:24:17Z</dcterms:created>
  <dcterms:modified xsi:type="dcterms:W3CDTF">2026-02-02T00:27:12Z</dcterms:modified>
</cp:coreProperties>
</file>